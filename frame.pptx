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>
      <p:cViewPr varScale="1">
        <p:scale>
          <a:sx n="125" d="100"/>
          <a:sy n="125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025A4E-F4CF-F085-1F1F-6CDE9ED61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A72C749-AC5B-5305-2A12-082F7BF564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481E3F-0F76-88CC-7CD5-427605BE9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DCBB-53C7-FB48-A500-41C7F502B374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A4D57F-AE03-647A-1B5A-335C79750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6A51B0-F98C-A9B2-FDF1-204F0527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8B26-4D9B-084C-9B95-AC2BDCF7EA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5711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AB0CF1-E345-E655-0F3F-A8D46FBE8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EAEBC4-BD9C-E939-13E0-7CAD4C413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A06237-3F40-64A7-A6F2-6671C1717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DCBB-53C7-FB48-A500-41C7F502B374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EE206B-512B-08DB-F149-143EB9A7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5469B3-DC67-5420-CBEE-2FE00749A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8B26-4D9B-084C-9B95-AC2BDCF7EA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0996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96EDA-F056-59BB-43A3-CEF8831AC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AD6B69-7E8F-3677-20D2-C6C8386D6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3985C4-FEE2-C41A-F8DA-D74884B6F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DCBB-53C7-FB48-A500-41C7F502B374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F03DDD-27A1-EFFB-304C-367AFC08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1BCCD9-CEFA-2E75-F29F-9ED854143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8B26-4D9B-084C-9B95-AC2BDCF7EA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5618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93AC9-3624-BC35-E3D6-4272F5EC5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5CA038-5B21-EDDC-71B8-17BD4D817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8CEED3-E798-3468-34C1-ECF4F3875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E421DC-2014-D29F-43C2-05B634294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DCBB-53C7-FB48-A500-41C7F502B374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4388EE-1046-DEE0-CCE5-23B250A8E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0B3AD8-F43D-C060-0393-7E6BC7EA8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8B26-4D9B-084C-9B95-AC2BDCF7EA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17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7D8CED-4582-B404-CBDA-B147BD5D6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095A0C-9588-737F-14FD-787BB6656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4D324A-4603-BA30-AFB9-80DD379FF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B2D71E-F311-3371-0B39-B116294F31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A6AB09-53A0-196F-5187-0D34F2879C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E758F6-39AB-976C-D32C-59633AEA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DCBB-53C7-FB48-A500-41C7F502B374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6AAB71-C6C3-926D-F3AD-C3279F6F5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7B0C5E-1F59-B79F-695F-9BA83EBF4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8B26-4D9B-084C-9B95-AC2BDCF7EA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678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28CDC-7455-F4F2-4DF2-DA50CF3E0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BFA8FD-A44D-C2D0-8E7B-D5D33D8F7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DCBB-53C7-FB48-A500-41C7F502B374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22BCB9-BAA9-A845-C633-4985B908F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37761F-5F65-4EF6-7712-BC43CEA25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8B26-4D9B-084C-9B95-AC2BDCF7EA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504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56C7BA-0C5F-4F9F-B83D-60ED096CF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DCBB-53C7-FB48-A500-41C7F502B374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1F3A82-3BC2-5B5B-3998-8D2766FC7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728381-A327-50E5-49C0-950343FE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8B26-4D9B-084C-9B95-AC2BDCF7EA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7424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9D23C8-75B6-4650-7CBF-E589BBCB1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54EC19-FC05-387A-EF84-5DCA5DB85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3A96A8-21CC-D78A-5546-73385A8F3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C04EC3-4DED-D631-0663-575805724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DCBB-53C7-FB48-A500-41C7F502B374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92D379-5D60-CCAE-D3AA-E9095F87F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BEAA30-5E19-D8C7-0968-EE171C34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8B26-4D9B-084C-9B95-AC2BDCF7EA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7562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9BA062-43DA-7051-BB13-6226E4CE2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2E8C73-4F0A-1D8C-8F9B-21581E157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F0EA3F-503D-759B-AD3E-2A3580B00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6C95C3-A6AF-B1AA-FDFB-83E0717EE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DCBB-53C7-FB48-A500-41C7F502B374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08BF2E-08D0-95B0-C5A1-C78D374BA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F49908-92C9-BB85-D49B-BDB4812B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8B26-4D9B-084C-9B95-AC2BDCF7EA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412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B1E74C-A068-8A31-91DB-EC0D09D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019F05-1E8F-B2FE-AADF-F4C35B77D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80063F-1D82-4922-9197-78011E6B6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DCBB-53C7-FB48-A500-41C7F502B374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EA5BCC-58F6-10ED-6B85-D54D27E5A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6E706E-E39E-55F8-F304-6304C5811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8B26-4D9B-084C-9B95-AC2BDCF7EA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066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E9AA05-6A49-D934-10AA-5EB86117F7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6436E3-6945-1FAE-F70B-F64FB6A39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AA91B3-899F-0FD9-4B10-6635278A7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1DCBB-53C7-FB48-A500-41C7F502B374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223FC7-0627-340C-509E-1745C482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6E4811-DDD2-D9B5-D2E2-6530E9559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98B26-4D9B-084C-9B95-AC2BDCF7EA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8506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BA1ECE8-589C-5117-1E4B-EC5F29E81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1C00E9-6E12-7C4B-0258-CB2E414F7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CD870E-6E27-1DE1-1F75-AB709E9305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1DCBB-53C7-FB48-A500-41C7F502B374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F8E6E9-06A2-D6D0-59AA-10AA5FA563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8AEFE3-1E43-770D-61E7-0D3A4D333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98B26-4D9B-084C-9B95-AC2BDCF7EA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5502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7">
            <a:extLst>
              <a:ext uri="{FF2B5EF4-FFF2-40B4-BE49-F238E27FC236}">
                <a16:creationId xmlns:a16="http://schemas.microsoft.com/office/drawing/2014/main" id="{75EF08CF-516B-C73C-F884-F5CCA08EB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4078" y="6483890"/>
            <a:ext cx="354330" cy="211455"/>
          </a:xfrm>
        </p:spPr>
        <p:txBody>
          <a:bodyPr/>
          <a:lstStyle/>
          <a:p>
            <a:fld id="{A9989E34-5C85-460A-87BE-133DFFEFD418}" type="slidenum">
              <a:rPr lang="zh-CN" altLang="en-US" smtClean="0"/>
              <a:t>1</a:t>
            </a:fld>
            <a:endParaRPr lang="zh-CN" altLang="en-US" sz="1000" dirty="0"/>
          </a:p>
        </p:txBody>
      </p:sp>
      <p:sp>
        <p:nvSpPr>
          <p:cNvPr id="6" name="Freeform 95">
            <a:extLst>
              <a:ext uri="{FF2B5EF4-FFF2-40B4-BE49-F238E27FC236}">
                <a16:creationId xmlns:a16="http://schemas.microsoft.com/office/drawing/2014/main" id="{D53D1751-8489-B4E5-ECA1-18B29F289F95}"/>
              </a:ext>
            </a:extLst>
          </p:cNvPr>
          <p:cNvSpPr/>
          <p:nvPr/>
        </p:nvSpPr>
        <p:spPr bwMode="gray">
          <a:xfrm>
            <a:off x="6024696" y="3484247"/>
            <a:ext cx="143510" cy="283210"/>
          </a:xfrm>
          <a:custGeom>
            <a:avLst/>
            <a:gdLst>
              <a:gd name="T0" fmla="*/ 66 w 976"/>
              <a:gd name="T1" fmla="*/ 1824 h 1824"/>
              <a:gd name="T2" fmla="*/ 0 w 976"/>
              <a:gd name="T3" fmla="*/ 1758 h 1824"/>
              <a:gd name="T4" fmla="*/ 843 w 976"/>
              <a:gd name="T5" fmla="*/ 912 h 1824"/>
              <a:gd name="T6" fmla="*/ 0 w 976"/>
              <a:gd name="T7" fmla="*/ 66 h 1824"/>
              <a:gd name="T8" fmla="*/ 66 w 976"/>
              <a:gd name="T9" fmla="*/ 0 h 1824"/>
              <a:gd name="T10" fmla="*/ 976 w 976"/>
              <a:gd name="T11" fmla="*/ 912 h 1824"/>
              <a:gd name="T12" fmla="*/ 66 w 976"/>
              <a:gd name="T13" fmla="*/ 1824 h 1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76" h="1824">
                <a:moveTo>
                  <a:pt x="66" y="1824"/>
                </a:moveTo>
                <a:lnTo>
                  <a:pt x="0" y="1758"/>
                </a:lnTo>
                <a:lnTo>
                  <a:pt x="843" y="912"/>
                </a:lnTo>
                <a:lnTo>
                  <a:pt x="0" y="66"/>
                </a:lnTo>
                <a:lnTo>
                  <a:pt x="66" y="0"/>
                </a:lnTo>
                <a:lnTo>
                  <a:pt x="976" y="912"/>
                </a:lnTo>
                <a:lnTo>
                  <a:pt x="66" y="18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88641" tIns="44321" rIns="88641" bIns="44321" numCol="1" anchor="t" anchorCtr="0" compatLnSpc="1"/>
          <a:lstStyle/>
          <a:p>
            <a:endParaRPr lang="en-US" dirty="0">
              <a:solidFill>
                <a:srgbClr val="6E6F73"/>
              </a:solidFill>
              <a:ea typeface="微软雅黑" panose="020B0503020204020204" pitchFamily="34" charset="-122"/>
              <a:sym typeface="Trebuchet MS" panose="020B0603020202020204" pitchFamily="34" charset="0"/>
            </a:endParaRPr>
          </a:p>
        </p:txBody>
      </p:sp>
      <p:cxnSp>
        <p:nvCxnSpPr>
          <p:cNvPr id="7" name="Straight Connector 18">
            <a:extLst>
              <a:ext uri="{FF2B5EF4-FFF2-40B4-BE49-F238E27FC236}">
                <a16:creationId xmlns:a16="http://schemas.microsoft.com/office/drawing/2014/main" id="{DE6C1F92-346B-6E0B-ECF3-8E802F21F820}"/>
              </a:ext>
            </a:extLst>
          </p:cNvPr>
          <p:cNvCxnSpPr/>
          <p:nvPr/>
        </p:nvCxnSpPr>
        <p:spPr>
          <a:xfrm>
            <a:off x="6096451" y="3915412"/>
            <a:ext cx="0" cy="2331085"/>
          </a:xfrm>
          <a:prstGeom prst="line">
            <a:avLst/>
          </a:prstGeom>
          <a:ln w="25400" cap="rnd">
            <a:solidFill>
              <a:srgbClr val="9A9A9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>
            <a:extLst>
              <a:ext uri="{FF2B5EF4-FFF2-40B4-BE49-F238E27FC236}">
                <a16:creationId xmlns:a16="http://schemas.microsoft.com/office/drawing/2014/main" id="{4C8A65E1-536B-540E-7EA0-16116FBCEB17}"/>
              </a:ext>
            </a:extLst>
          </p:cNvPr>
          <p:cNvSpPr/>
          <p:nvPr/>
        </p:nvSpPr>
        <p:spPr>
          <a:xfrm>
            <a:off x="6535358" y="2244853"/>
            <a:ext cx="5372926" cy="4220496"/>
          </a:xfrm>
          <a:prstGeom prst="roundRect">
            <a:avLst>
              <a:gd name="adj" fmla="val 5304"/>
            </a:avLst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3A368AF-33DC-CDA8-9F23-6F3D5C3C17B1}"/>
              </a:ext>
            </a:extLst>
          </p:cNvPr>
          <p:cNvSpPr/>
          <p:nvPr/>
        </p:nvSpPr>
        <p:spPr>
          <a:xfrm>
            <a:off x="321945" y="1570036"/>
            <a:ext cx="5293678" cy="4043363"/>
          </a:xfrm>
          <a:prstGeom prst="roundRect">
            <a:avLst>
              <a:gd name="adj" fmla="val 5304"/>
            </a:avLst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51D18DD-20D9-AB0C-902E-6D8E98F5672F}"/>
              </a:ext>
            </a:extLst>
          </p:cNvPr>
          <p:cNvSpPr/>
          <p:nvPr/>
        </p:nvSpPr>
        <p:spPr>
          <a:xfrm>
            <a:off x="879062" y="5092621"/>
            <a:ext cx="4001770" cy="381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charset="0"/>
                <a:ea typeface="微软雅黑" charset="0"/>
                <a:cs typeface="微软雅黑" charset="0"/>
              </a:rPr>
              <a:t>Embedding</a:t>
            </a:r>
          </a:p>
        </p:txBody>
      </p:sp>
      <p:sp>
        <p:nvSpPr>
          <p:cNvPr id="11" name="梯形 10">
            <a:extLst>
              <a:ext uri="{FF2B5EF4-FFF2-40B4-BE49-F238E27FC236}">
                <a16:creationId xmlns:a16="http://schemas.microsoft.com/office/drawing/2014/main" id="{233AEA6B-4DE7-9C79-FDAF-F8F3C99CE007}"/>
              </a:ext>
            </a:extLst>
          </p:cNvPr>
          <p:cNvSpPr/>
          <p:nvPr/>
        </p:nvSpPr>
        <p:spPr>
          <a:xfrm>
            <a:off x="961278" y="3960281"/>
            <a:ext cx="3846164" cy="931228"/>
          </a:xfrm>
          <a:prstGeom prst="trapezoid">
            <a:avLst/>
          </a:prstGeom>
          <a:solidFill>
            <a:srgbClr val="7B599F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charset="0"/>
                <a:ea typeface="微软雅黑" charset="0"/>
                <a:cs typeface="微软雅黑" charset="0"/>
              </a:rPr>
              <a:t>State</a:t>
            </a:r>
            <a:r>
              <a:rPr lang="zh-CN" altLang="en-US" sz="1600" b="1" dirty="0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1600" b="1" dirty="0">
                <a:latin typeface="微软雅黑" charset="0"/>
                <a:ea typeface="微软雅黑" charset="0"/>
                <a:cs typeface="微软雅黑" charset="0"/>
              </a:rPr>
              <a:t>Encoder</a:t>
            </a:r>
          </a:p>
        </p:txBody>
      </p:sp>
      <p:sp>
        <p:nvSpPr>
          <p:cNvPr id="12" name="梯形 11">
            <a:extLst>
              <a:ext uri="{FF2B5EF4-FFF2-40B4-BE49-F238E27FC236}">
                <a16:creationId xmlns:a16="http://schemas.microsoft.com/office/drawing/2014/main" id="{B2D387AD-8600-96F7-6076-B7189D955FA6}"/>
              </a:ext>
            </a:extLst>
          </p:cNvPr>
          <p:cNvSpPr/>
          <p:nvPr/>
        </p:nvSpPr>
        <p:spPr>
          <a:xfrm>
            <a:off x="640484" y="1677278"/>
            <a:ext cx="2015750" cy="981390"/>
          </a:xfrm>
          <a:prstGeom prst="trapezoid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charset="0"/>
                <a:ea typeface="微软雅黑" charset="0"/>
                <a:cs typeface="微软雅黑" charset="0"/>
              </a:rPr>
              <a:t>Actor</a:t>
            </a:r>
            <a:r>
              <a:rPr lang="zh-CN" altLang="en-US" sz="1600" b="1" dirty="0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1600" b="1" dirty="0">
                <a:latin typeface="微软雅黑" charset="0"/>
                <a:ea typeface="微软雅黑" charset="0"/>
                <a:cs typeface="微软雅黑" charset="0"/>
              </a:rPr>
              <a:t>Tower</a:t>
            </a:r>
          </a:p>
        </p:txBody>
      </p:sp>
      <p:sp>
        <p:nvSpPr>
          <p:cNvPr id="13" name="梯形 12">
            <a:extLst>
              <a:ext uri="{FF2B5EF4-FFF2-40B4-BE49-F238E27FC236}">
                <a16:creationId xmlns:a16="http://schemas.microsoft.com/office/drawing/2014/main" id="{D6826446-510D-930D-FCFA-8C53AEE931D2}"/>
              </a:ext>
            </a:extLst>
          </p:cNvPr>
          <p:cNvSpPr/>
          <p:nvPr/>
        </p:nvSpPr>
        <p:spPr>
          <a:xfrm>
            <a:off x="3128053" y="1666261"/>
            <a:ext cx="2015750" cy="981390"/>
          </a:xfrm>
          <a:prstGeom prst="trapezoid">
            <a:avLst/>
          </a:prstGeom>
          <a:solidFill>
            <a:srgbClr val="E8BE55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charset="0"/>
                <a:ea typeface="微软雅黑" charset="0"/>
                <a:cs typeface="微软雅黑" charset="0"/>
              </a:rPr>
              <a:t>Critic</a:t>
            </a:r>
            <a:r>
              <a:rPr lang="zh-CN" altLang="en-US" sz="1600" b="1" dirty="0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1600" b="1" dirty="0">
                <a:latin typeface="微软雅黑" charset="0"/>
                <a:ea typeface="微软雅黑" charset="0"/>
                <a:cs typeface="微软雅黑" charset="0"/>
              </a:rPr>
              <a:t>Tower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DB1F7B1-A097-19D9-C6BC-BA49F82C27D9}"/>
              </a:ext>
            </a:extLst>
          </p:cNvPr>
          <p:cNvGrpSpPr/>
          <p:nvPr/>
        </p:nvGrpSpPr>
        <p:grpSpPr>
          <a:xfrm>
            <a:off x="918456" y="2906725"/>
            <a:ext cx="1284052" cy="636505"/>
            <a:chOff x="9555474" y="3654819"/>
            <a:chExt cx="1284052" cy="636505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369B976B-48C3-E78B-AAF8-ECEC3484051D}"/>
                </a:ext>
              </a:extLst>
            </p:cNvPr>
            <p:cNvGrpSpPr/>
            <p:nvPr/>
          </p:nvGrpSpPr>
          <p:grpSpPr>
            <a:xfrm>
              <a:off x="9555474" y="3654819"/>
              <a:ext cx="1284052" cy="108000"/>
              <a:chOff x="8870728" y="6350431"/>
              <a:chExt cx="1284052" cy="108000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38BB07CD-8E8A-230E-9BBD-0DF068F0FC66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599889EF-A603-7D5F-5871-7D12E5A87A5F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46A0044E-EF46-B987-9868-ADDA0D49E3BB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84220A99-948D-4051-67A7-5FB6DE684965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E9845C57-4698-A1FE-FCD3-18C8D6873FEF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1CD03348-4D58-97F3-C554-572B2FD35845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5BB8D82A-220B-EC6C-0F72-D46D0A6238C2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275364EA-4265-94FE-1310-974CEE5FE827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3C40F8C3-3D66-7310-99C9-63124CC1F56F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14B5E503-2F13-F5FA-A0C2-9049F6C370F2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5E9CEF5E-8071-1CB9-335E-29EDB15F93E1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DF925241-435E-0598-34ED-BE49E34124EE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3B6DFB9A-04CA-625C-D66D-FE545D450BF3}"/>
                </a:ext>
              </a:extLst>
            </p:cNvPr>
            <p:cNvGrpSpPr/>
            <p:nvPr/>
          </p:nvGrpSpPr>
          <p:grpSpPr>
            <a:xfrm>
              <a:off x="9555474" y="3760520"/>
              <a:ext cx="1284052" cy="108000"/>
              <a:chOff x="8870728" y="6350431"/>
              <a:chExt cx="1284052" cy="108000"/>
            </a:xfrm>
          </p:grpSpPr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2CF7B5E6-41FE-CFDF-4AB9-657C70F405FC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74CF071F-BFC7-3993-ED80-F469DF34839B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1F284386-4795-2AC8-50B2-D6A32893D1E9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63E1258A-2CE6-48A1-E344-7A09A2832A18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04D775D4-696A-62A5-C247-9C6B8ED3E66D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E7439D2D-81BB-177E-A2C5-E9840E16A8D0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B76668F9-0C07-AF7A-A1F7-067CAC399C76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A2ADB2BE-EC0B-AA6D-5EB1-8A5FAE343B46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884028B4-1DF4-F20A-6CC1-623B5AE5013E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71B52924-E920-DE99-D360-5D2A473155F6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81D72AEE-DD58-3E84-A283-FF75E757D609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89F61047-52C7-D480-53AA-C8EE5DD77520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0859CE1E-2FD2-EC29-0D27-0DE92BD29B37}"/>
                </a:ext>
              </a:extLst>
            </p:cNvPr>
            <p:cNvGrpSpPr/>
            <p:nvPr/>
          </p:nvGrpSpPr>
          <p:grpSpPr>
            <a:xfrm>
              <a:off x="9555474" y="3866221"/>
              <a:ext cx="1284052" cy="108000"/>
              <a:chOff x="8870728" y="6350431"/>
              <a:chExt cx="1284052" cy="108000"/>
            </a:xfrm>
          </p:grpSpPr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241C9626-389D-5046-8FC9-4C95B01D081C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8AA66C26-8EDD-34C4-691C-85554448ADBD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FE274C0-FA56-F82F-37BC-6CC998372B23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C049C4B1-AEC8-9562-9F50-837F813AD5D1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10F51B18-E15E-56E5-D61E-42E050E3E11D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05D66CBB-A413-F78F-5964-117B0E8358EE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750A71D3-A83B-3127-DFE3-55D61B16BA30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3897B03B-7D00-AE0E-9FCC-E145478A2308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4C9970D2-BD4A-176C-F9EF-8B1883816778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98C24FC8-E15F-E8FA-94E0-0903B71510AE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F1F3B5F7-C704-97E7-5AB0-61E490B29A6D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9F572D04-16B0-55A4-7B88-4F979C6BBFF2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4874A25-C2EB-4C90-89AD-0DCBCEACEDB7}"/>
                </a:ext>
              </a:extLst>
            </p:cNvPr>
            <p:cNvGrpSpPr/>
            <p:nvPr/>
          </p:nvGrpSpPr>
          <p:grpSpPr>
            <a:xfrm>
              <a:off x="9555474" y="3971922"/>
              <a:ext cx="1284052" cy="108000"/>
              <a:chOff x="8870728" y="6350431"/>
              <a:chExt cx="1284052" cy="108000"/>
            </a:xfrm>
          </p:grpSpPr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D779C1EC-F126-6DB0-0B95-81F0975DD8BF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4BB3A549-EAD4-8BE5-F499-5C523751A63E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B01442E0-5735-8CA6-2C06-9A84C6BF81C6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20062731-CB0C-757E-6FD6-2161EB89698A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CA30443F-A362-9201-B7B3-BF229269CA44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18F4F0BC-DACA-E39A-371F-02DD20652B1D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CE845D42-A23F-CB18-F0D6-8EE695DC8B2F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5E57D5BC-D6BC-CF88-630C-92A533263AF1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924E1159-0F4A-C5BC-4DCD-043B688753A0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700C4B74-4A77-848D-2CF8-B5CD714BEF38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C9B089E4-6CCE-2804-82A8-39EC480AAD8A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9807782C-8DEA-DD81-9CBB-01635DE10AE1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C6A7108-D944-CD83-62D6-380570BBCC9B}"/>
                </a:ext>
              </a:extLst>
            </p:cNvPr>
            <p:cNvGrpSpPr/>
            <p:nvPr/>
          </p:nvGrpSpPr>
          <p:grpSpPr>
            <a:xfrm>
              <a:off x="9555474" y="4077623"/>
              <a:ext cx="1284052" cy="108000"/>
              <a:chOff x="8870728" y="6350431"/>
              <a:chExt cx="1284052" cy="108000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EA238C05-4AFF-AE02-10FA-665C095E541A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874BE779-BE28-5A89-A443-C7B85B63FA92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F53936E0-2A13-FB21-C25E-77542FD74896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DDE21D7B-6E4D-90C5-0C67-FEFE087C97FE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763A466D-2D01-FB34-5585-192003B8AEF3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FE4CA05C-C7CC-AFA2-B217-01EE9ABBD981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CDE621F8-6E74-E5C2-4ECB-7321AE13F611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DB210CFE-3EA5-56AB-94B7-42B4357E740F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281731CE-EBD1-CC42-4439-0F5D57788127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9FB3A365-B289-D2E7-6D0A-6A7FE7371973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72BCDDDF-6966-3562-C895-084C7345F372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602ACB8F-F823-EA56-1505-6B721F5CEDDB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C1A318C3-AE74-9391-4323-BD9336D16FA2}"/>
                </a:ext>
              </a:extLst>
            </p:cNvPr>
            <p:cNvGrpSpPr/>
            <p:nvPr/>
          </p:nvGrpSpPr>
          <p:grpSpPr>
            <a:xfrm>
              <a:off x="9555474" y="4183324"/>
              <a:ext cx="1284052" cy="108000"/>
              <a:chOff x="8870728" y="6350431"/>
              <a:chExt cx="1284052" cy="108000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C42EB19C-BF4D-9687-A3B1-2959E70056DA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4D3BDAA-8484-5B37-12E3-F2E021455855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C3E7F2D6-335F-42C3-C3D9-314F4E1BCCFE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BAA4159F-EB82-A01A-DCC0-CBDADB6D640B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62FA9622-9F5C-45A4-3CF7-16B99100A3FD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4808D95F-B375-AD32-E8CE-EA62A8C3C0DC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B23A1A0-93B0-4351-0782-59A48200F340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39F04631-92CD-67A9-88C6-40E8ABFC9C4A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C19DD4DF-586F-397A-4FB9-DE807A55C989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287AE43D-7F84-7001-5E45-596AF9E5C9A2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C2F2D95A-A729-8605-4FFF-F1E3D38866F5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7FF7A4A0-1CFC-05C6-F6F3-B2EB37F8F678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93" name="文本框 92">
            <a:extLst>
              <a:ext uri="{FF2B5EF4-FFF2-40B4-BE49-F238E27FC236}">
                <a16:creationId xmlns:a16="http://schemas.microsoft.com/office/drawing/2014/main" id="{7DEC8570-C10E-6B25-615A-7BD08ED9C02B}"/>
              </a:ext>
            </a:extLst>
          </p:cNvPr>
          <p:cNvSpPr txBox="1"/>
          <p:nvPr/>
        </p:nvSpPr>
        <p:spPr>
          <a:xfrm>
            <a:off x="909936" y="3598653"/>
            <a:ext cx="13227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User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Codebook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CE594591-3CB4-8123-9E07-9E094FE4F0AA}"/>
              </a:ext>
            </a:extLst>
          </p:cNvPr>
          <p:cNvGrpSpPr/>
          <p:nvPr/>
        </p:nvGrpSpPr>
        <p:grpSpPr>
          <a:xfrm>
            <a:off x="3570205" y="2892412"/>
            <a:ext cx="1284052" cy="636505"/>
            <a:chOff x="9555474" y="3654819"/>
            <a:chExt cx="1284052" cy="636505"/>
          </a:xfrm>
        </p:grpSpPr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809A7FA1-D664-5007-8D75-845301BCBAB1}"/>
                </a:ext>
              </a:extLst>
            </p:cNvPr>
            <p:cNvGrpSpPr/>
            <p:nvPr/>
          </p:nvGrpSpPr>
          <p:grpSpPr>
            <a:xfrm>
              <a:off x="9555474" y="3654819"/>
              <a:ext cx="1284052" cy="108000"/>
              <a:chOff x="8870728" y="6350431"/>
              <a:chExt cx="1284052" cy="108000"/>
            </a:xfrm>
          </p:grpSpPr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DBC8D7AF-DF35-DAC9-F204-914B83E88A8A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4B2E8768-30AC-4A2B-C77F-450DA2B241DE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166BF906-2C27-E518-F81B-8A82ABFEC9FF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5F389068-85DF-5C6A-CA95-C7BE031588D1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A7A0B3E3-AC4F-FF98-1F5C-F53730DE3CBE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728C88DF-00FA-D9A8-2F4B-ECF446E73ABD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A5FA7E98-B90D-4163-C8C2-A781D431B95F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23D38280-4AB2-6A86-D78E-BA42F7C42E23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74686608-F329-F5AE-2F78-10D4126024F2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F647F9D8-7829-B3D9-CFB9-B1BE66CCBDFE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CDECEE69-735E-C740-50E7-11AEC02BF3B1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2" name="矩形 171">
                <a:extLst>
                  <a:ext uri="{FF2B5EF4-FFF2-40B4-BE49-F238E27FC236}">
                    <a16:creationId xmlns:a16="http://schemas.microsoft.com/office/drawing/2014/main" id="{6492C702-6392-002F-2CF6-585ED3C7205D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30B765D0-B67A-B19C-48EF-7DF3FB0B485B}"/>
                </a:ext>
              </a:extLst>
            </p:cNvPr>
            <p:cNvGrpSpPr/>
            <p:nvPr/>
          </p:nvGrpSpPr>
          <p:grpSpPr>
            <a:xfrm>
              <a:off x="9555474" y="3760520"/>
              <a:ext cx="1284052" cy="108000"/>
              <a:chOff x="8870728" y="6350431"/>
              <a:chExt cx="1284052" cy="108000"/>
            </a:xfrm>
          </p:grpSpPr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65F6406F-9F5E-D74B-A059-7F1EA95546B7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C2669B6F-6E2A-C9AA-D843-56B365B4BA96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8921727D-6DAF-D57E-ED2C-5B8BD248CDBD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281364ED-A6E4-CFF9-349D-35251C86071F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14C15E4D-92A4-59B1-0638-8D4ADB44AABC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24BD6387-324D-E4A4-523E-7A25B470E88B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73D7DD2A-F18F-A7D3-4545-0A761BF92F2F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445C8B71-1F7E-9DAB-1796-DF6FA6F6A481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1DA7BFB3-C5D9-C685-5D0C-35B85E3A1138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8" name="矩形 157">
                <a:extLst>
                  <a:ext uri="{FF2B5EF4-FFF2-40B4-BE49-F238E27FC236}">
                    <a16:creationId xmlns:a16="http://schemas.microsoft.com/office/drawing/2014/main" id="{FB4C6A27-E996-EE0B-9D0A-D7926E7914F5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40B30404-6073-6E8C-FFCC-F78E9A0752EF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F65B3E52-DAF0-F2F0-8D30-60116F9AD1B8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03EDC442-5A72-FF04-81BE-4E67F95CB4EE}"/>
                </a:ext>
              </a:extLst>
            </p:cNvPr>
            <p:cNvGrpSpPr/>
            <p:nvPr/>
          </p:nvGrpSpPr>
          <p:grpSpPr>
            <a:xfrm>
              <a:off x="9555474" y="3866221"/>
              <a:ext cx="1284052" cy="108000"/>
              <a:chOff x="8870728" y="6350431"/>
              <a:chExt cx="1284052" cy="108000"/>
            </a:xfrm>
          </p:grpSpPr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C9147DB2-20F6-518C-6ACE-E59C747DEB62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BE5A3842-C614-8A68-CDAC-25ED729CE317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6E712FEB-21E8-010D-73C8-1DE7E2DC0FE0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C791E5DD-2F26-3532-D392-ED6531CCABA3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72355185-E995-C125-2900-0C818D43CA85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5E9D95C9-C485-C7DD-7B5B-7747CC6B64BD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7FF9B9CA-A3D1-48B9-6F64-BC9DD730AEAD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948DEDD5-FED1-83F3-2644-790118172FA3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28368405-43C7-FCAE-E8FD-C3FFD6A90E09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4296BABB-7958-0B11-18C6-A38DB52C7F16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7" name="矩形 146">
                <a:extLst>
                  <a:ext uri="{FF2B5EF4-FFF2-40B4-BE49-F238E27FC236}">
                    <a16:creationId xmlns:a16="http://schemas.microsoft.com/office/drawing/2014/main" id="{1019EEAA-7473-BB26-1AAF-36710D4BBEEE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BEC4BA11-9DDE-968F-0E4C-B26D35B4B113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2379AB3E-6965-D98B-12B7-3538B1017B9E}"/>
                </a:ext>
              </a:extLst>
            </p:cNvPr>
            <p:cNvGrpSpPr/>
            <p:nvPr/>
          </p:nvGrpSpPr>
          <p:grpSpPr>
            <a:xfrm>
              <a:off x="9555474" y="3971922"/>
              <a:ext cx="1284052" cy="108000"/>
              <a:chOff x="8870728" y="6350431"/>
              <a:chExt cx="1284052" cy="108000"/>
            </a:xfrm>
          </p:grpSpPr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F211E72D-6E1A-F9EB-DD00-BF705F1F0DB2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B18280C5-559A-8131-2A2E-31DBDF42F7C6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12D60DAC-654D-B51F-4C0A-0ABE079EDA44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E1928279-671E-0626-23F4-5EFEFD3106A0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0C074B9E-475D-9326-F1CF-77557210D19C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4E7ADFFC-7F07-42E5-E261-C153C042F5A2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810E15DE-7814-7F53-B95E-0EFD6DE6FCD0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EFDC12C3-E0AE-17AB-BEC8-EA2D9059D024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9844F582-5226-C659-CB80-726EDC7DEB85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4AB3298B-39C1-6B17-9A8C-3D8CBAA9FF92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E083B971-D80E-F2F3-13A4-1D53446EB130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0CCAA049-50E4-1FAF-E470-7431544D839A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484D447A-7FDE-661D-E776-D774ED8C0338}"/>
                </a:ext>
              </a:extLst>
            </p:cNvPr>
            <p:cNvGrpSpPr/>
            <p:nvPr/>
          </p:nvGrpSpPr>
          <p:grpSpPr>
            <a:xfrm>
              <a:off x="9555474" y="4077623"/>
              <a:ext cx="1284052" cy="108000"/>
              <a:chOff x="8870728" y="6350431"/>
              <a:chExt cx="1284052" cy="108000"/>
            </a:xfrm>
          </p:grpSpPr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5F00C9BD-33D0-7590-60C1-86A18DF271F6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E1A78E97-73FB-E066-4616-70E9481EB3F2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81BC11BB-4D62-2861-26C1-D312D03A4FA7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AB82A651-570E-2A1A-4C42-9B575B36D031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0988378C-5238-5EEC-C736-777001759B2C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748016ED-1302-6C8F-F633-3FE124ADD85F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0AF47D85-3777-24F9-1968-5A139AAC0F8F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7647EC9E-ABAE-30EB-016B-48FD80E5E9DF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2C9724D6-8FD2-283E-5E07-B96CCCE022A4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6A7011DB-9D81-9878-9E36-09BF1D6E47FC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1732026C-3715-BFCD-623E-9AEA4BFE6908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EB0046F3-6813-9BD6-7078-F63124685BDE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6D65B4B5-B3A4-56BA-350F-0BA44B2FBCA0}"/>
                </a:ext>
              </a:extLst>
            </p:cNvPr>
            <p:cNvGrpSpPr/>
            <p:nvPr/>
          </p:nvGrpSpPr>
          <p:grpSpPr>
            <a:xfrm>
              <a:off x="9555474" y="4183324"/>
              <a:ext cx="1284052" cy="108000"/>
              <a:chOff x="8870728" y="6350431"/>
              <a:chExt cx="1284052" cy="108000"/>
            </a:xfrm>
          </p:grpSpPr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1BCF25BD-65E6-0A79-0FF9-871F01A4F6FB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1934B039-4B78-F556-D05B-EBD8F9C7D703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FE11FDA6-2190-71D7-04FE-F95C672F2501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6F9833F8-E752-C94F-43A4-C54D9B774753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FC54902B-9FC8-D7D9-7EAB-DB9922921E27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B3F9F106-C41D-18A2-F7BF-B00638DEDE17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F0D1E907-D819-6C6A-BD18-CE223F2BBBEF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C8BE6093-9316-93A8-E208-168E48D2B637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175FEF16-81D7-9EEA-F4DA-F34C6C45D727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8F454357-943A-87B0-7F2D-5D7F5DBD628E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5862D166-1D0A-0367-7903-91E22277E37B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C41871D4-8BA9-74F4-552D-12F7FE437944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63188117-E8C3-C321-099F-49560F336D86}"/>
              </a:ext>
            </a:extLst>
          </p:cNvPr>
          <p:cNvGrpSpPr/>
          <p:nvPr/>
        </p:nvGrpSpPr>
        <p:grpSpPr>
          <a:xfrm>
            <a:off x="2248048" y="2901696"/>
            <a:ext cx="1284052" cy="636505"/>
            <a:chOff x="9555474" y="3654819"/>
            <a:chExt cx="1284052" cy="636505"/>
          </a:xfrm>
        </p:grpSpPr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E7487D33-E085-ADD5-89C7-7BCBB2227BF0}"/>
                </a:ext>
              </a:extLst>
            </p:cNvPr>
            <p:cNvGrpSpPr/>
            <p:nvPr/>
          </p:nvGrpSpPr>
          <p:grpSpPr>
            <a:xfrm>
              <a:off x="9555474" y="3654819"/>
              <a:ext cx="1284052" cy="108000"/>
              <a:chOff x="8870728" y="6350431"/>
              <a:chExt cx="1284052" cy="108000"/>
            </a:xfrm>
          </p:grpSpPr>
          <p:sp>
            <p:nvSpPr>
              <p:cNvPr id="240" name="矩形 239">
                <a:extLst>
                  <a:ext uri="{FF2B5EF4-FFF2-40B4-BE49-F238E27FC236}">
                    <a16:creationId xmlns:a16="http://schemas.microsoft.com/office/drawing/2014/main" id="{877C0E4B-D0BA-6CF7-0975-DBDAABD86B74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C07E305F-E17D-9DAF-B010-2685C6B2C468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8DCC1DEA-6777-1166-5B48-44E60A010297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3" name="矩形 242">
                <a:extLst>
                  <a:ext uri="{FF2B5EF4-FFF2-40B4-BE49-F238E27FC236}">
                    <a16:creationId xmlns:a16="http://schemas.microsoft.com/office/drawing/2014/main" id="{35004470-010C-527C-2B71-7397B244BFDF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13770F0E-BDAE-73FE-C179-75EACE1C7487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5" name="矩形 244">
                <a:extLst>
                  <a:ext uri="{FF2B5EF4-FFF2-40B4-BE49-F238E27FC236}">
                    <a16:creationId xmlns:a16="http://schemas.microsoft.com/office/drawing/2014/main" id="{A6C96BBB-CE27-A124-328C-93D4106DFCE5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6" name="矩形 245">
                <a:extLst>
                  <a:ext uri="{FF2B5EF4-FFF2-40B4-BE49-F238E27FC236}">
                    <a16:creationId xmlns:a16="http://schemas.microsoft.com/office/drawing/2014/main" id="{369E90F0-65CF-876E-FAB8-DAB86E9C71C1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7" name="矩形 246">
                <a:extLst>
                  <a:ext uri="{FF2B5EF4-FFF2-40B4-BE49-F238E27FC236}">
                    <a16:creationId xmlns:a16="http://schemas.microsoft.com/office/drawing/2014/main" id="{801B6019-FEEA-21E6-736C-D5AF35310E25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8" name="矩形 247">
                <a:extLst>
                  <a:ext uri="{FF2B5EF4-FFF2-40B4-BE49-F238E27FC236}">
                    <a16:creationId xmlns:a16="http://schemas.microsoft.com/office/drawing/2014/main" id="{3D9D1DDE-A8FA-5291-DCF5-AFF173B2419F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9" name="矩形 248">
                <a:extLst>
                  <a:ext uri="{FF2B5EF4-FFF2-40B4-BE49-F238E27FC236}">
                    <a16:creationId xmlns:a16="http://schemas.microsoft.com/office/drawing/2014/main" id="{23C27E2B-938D-90D7-7934-FDF8023FA0B4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50" name="矩形 249">
                <a:extLst>
                  <a:ext uri="{FF2B5EF4-FFF2-40B4-BE49-F238E27FC236}">
                    <a16:creationId xmlns:a16="http://schemas.microsoft.com/office/drawing/2014/main" id="{AFF84829-1791-EFD8-F7F2-1C82178C3EBB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51" name="矩形 250">
                <a:extLst>
                  <a:ext uri="{FF2B5EF4-FFF2-40B4-BE49-F238E27FC236}">
                    <a16:creationId xmlns:a16="http://schemas.microsoft.com/office/drawing/2014/main" id="{C7D4BFED-2FE6-0B51-861B-0CCA9BD45E77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ABFE9CD8-DFF7-B198-C022-16BB87D5DB2A}"/>
                </a:ext>
              </a:extLst>
            </p:cNvPr>
            <p:cNvGrpSpPr/>
            <p:nvPr/>
          </p:nvGrpSpPr>
          <p:grpSpPr>
            <a:xfrm>
              <a:off x="9555474" y="3760520"/>
              <a:ext cx="1284052" cy="108000"/>
              <a:chOff x="8870728" y="6350431"/>
              <a:chExt cx="1284052" cy="108000"/>
            </a:xfrm>
          </p:grpSpPr>
          <p:sp>
            <p:nvSpPr>
              <p:cNvPr id="228" name="矩形 227">
                <a:extLst>
                  <a:ext uri="{FF2B5EF4-FFF2-40B4-BE49-F238E27FC236}">
                    <a16:creationId xmlns:a16="http://schemas.microsoft.com/office/drawing/2014/main" id="{2853A52F-375D-0A44-D7FF-517CC8703C4D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29" name="矩形 228">
                <a:extLst>
                  <a:ext uri="{FF2B5EF4-FFF2-40B4-BE49-F238E27FC236}">
                    <a16:creationId xmlns:a16="http://schemas.microsoft.com/office/drawing/2014/main" id="{6D978A48-7FDD-366F-4B8F-EAED626D37AA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0" name="矩形 229">
                <a:extLst>
                  <a:ext uri="{FF2B5EF4-FFF2-40B4-BE49-F238E27FC236}">
                    <a16:creationId xmlns:a16="http://schemas.microsoft.com/office/drawing/2014/main" id="{5BE6E205-9EC7-4F38-B500-061DAC369A26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1" name="矩形 230">
                <a:extLst>
                  <a:ext uri="{FF2B5EF4-FFF2-40B4-BE49-F238E27FC236}">
                    <a16:creationId xmlns:a16="http://schemas.microsoft.com/office/drawing/2014/main" id="{43598451-F688-C2D3-4785-EBF6D8A7862F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602104EB-EE92-FA94-F999-EDAA2D75D7B2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3" name="矩形 232">
                <a:extLst>
                  <a:ext uri="{FF2B5EF4-FFF2-40B4-BE49-F238E27FC236}">
                    <a16:creationId xmlns:a16="http://schemas.microsoft.com/office/drawing/2014/main" id="{90938F91-2C75-92CD-DC75-83F16D87C9A6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4" name="矩形 233">
                <a:extLst>
                  <a:ext uri="{FF2B5EF4-FFF2-40B4-BE49-F238E27FC236}">
                    <a16:creationId xmlns:a16="http://schemas.microsoft.com/office/drawing/2014/main" id="{CD84DF48-34BD-DDCD-8BB6-32000652869C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5" name="矩形 234">
                <a:extLst>
                  <a:ext uri="{FF2B5EF4-FFF2-40B4-BE49-F238E27FC236}">
                    <a16:creationId xmlns:a16="http://schemas.microsoft.com/office/drawing/2014/main" id="{C3CE1CCF-58F6-0D5C-BB4E-DBEE57F6BE58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6" name="矩形 235">
                <a:extLst>
                  <a:ext uri="{FF2B5EF4-FFF2-40B4-BE49-F238E27FC236}">
                    <a16:creationId xmlns:a16="http://schemas.microsoft.com/office/drawing/2014/main" id="{F687CC64-29F7-DC4F-99FB-4D671F602D73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7" name="矩形 236">
                <a:extLst>
                  <a:ext uri="{FF2B5EF4-FFF2-40B4-BE49-F238E27FC236}">
                    <a16:creationId xmlns:a16="http://schemas.microsoft.com/office/drawing/2014/main" id="{FE55DF90-600E-4415-0316-D6237A567437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8" name="矩形 237">
                <a:extLst>
                  <a:ext uri="{FF2B5EF4-FFF2-40B4-BE49-F238E27FC236}">
                    <a16:creationId xmlns:a16="http://schemas.microsoft.com/office/drawing/2014/main" id="{073C925A-3AE9-C0C3-1C44-930B076CD163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9" name="矩形 238">
                <a:extLst>
                  <a:ext uri="{FF2B5EF4-FFF2-40B4-BE49-F238E27FC236}">
                    <a16:creationId xmlns:a16="http://schemas.microsoft.com/office/drawing/2014/main" id="{C9176F4A-39B0-5306-8C9C-65694B30FFEE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76" name="组合 175">
              <a:extLst>
                <a:ext uri="{FF2B5EF4-FFF2-40B4-BE49-F238E27FC236}">
                  <a16:creationId xmlns:a16="http://schemas.microsoft.com/office/drawing/2014/main" id="{26C8FCC3-061E-E1B4-F5CA-DF81C9320DA8}"/>
                </a:ext>
              </a:extLst>
            </p:cNvPr>
            <p:cNvGrpSpPr/>
            <p:nvPr/>
          </p:nvGrpSpPr>
          <p:grpSpPr>
            <a:xfrm>
              <a:off x="9555474" y="3866221"/>
              <a:ext cx="1284052" cy="108000"/>
              <a:chOff x="8870728" y="6350431"/>
              <a:chExt cx="1284052" cy="108000"/>
            </a:xfrm>
          </p:grpSpPr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3F4DFAB1-0AD6-E401-553F-C93B2CA41D1C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17" name="矩形 216">
                <a:extLst>
                  <a:ext uri="{FF2B5EF4-FFF2-40B4-BE49-F238E27FC236}">
                    <a16:creationId xmlns:a16="http://schemas.microsoft.com/office/drawing/2014/main" id="{47C498D3-B4B8-2EF4-C63B-01821C2DDB09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3762F3BF-5F9D-3FC0-A680-4EB5C528BB1D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9" name="矩形 218">
                <a:extLst>
                  <a:ext uri="{FF2B5EF4-FFF2-40B4-BE49-F238E27FC236}">
                    <a16:creationId xmlns:a16="http://schemas.microsoft.com/office/drawing/2014/main" id="{51E2A1C9-7136-0DCF-AA05-4C392002E88A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0" name="矩形 219">
                <a:extLst>
                  <a:ext uri="{FF2B5EF4-FFF2-40B4-BE49-F238E27FC236}">
                    <a16:creationId xmlns:a16="http://schemas.microsoft.com/office/drawing/2014/main" id="{3CB89844-018D-F5DD-E67A-5A5DDC317642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1" name="矩形 220">
                <a:extLst>
                  <a:ext uri="{FF2B5EF4-FFF2-40B4-BE49-F238E27FC236}">
                    <a16:creationId xmlns:a16="http://schemas.microsoft.com/office/drawing/2014/main" id="{53B62B4C-BA1D-C09B-5219-5497219E4D1B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2" name="矩形 221">
                <a:extLst>
                  <a:ext uri="{FF2B5EF4-FFF2-40B4-BE49-F238E27FC236}">
                    <a16:creationId xmlns:a16="http://schemas.microsoft.com/office/drawing/2014/main" id="{8DC6CCB9-F2DE-59B2-38C1-84EB81A2B7EA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3" name="矩形 222">
                <a:extLst>
                  <a:ext uri="{FF2B5EF4-FFF2-40B4-BE49-F238E27FC236}">
                    <a16:creationId xmlns:a16="http://schemas.microsoft.com/office/drawing/2014/main" id="{23E439D3-12B7-7389-F5F5-7CF9C267C5CD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4" name="矩形 223">
                <a:extLst>
                  <a:ext uri="{FF2B5EF4-FFF2-40B4-BE49-F238E27FC236}">
                    <a16:creationId xmlns:a16="http://schemas.microsoft.com/office/drawing/2014/main" id="{CAE5CBA4-3065-FF6E-5F4E-134BC7357A29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5" name="矩形 224">
                <a:extLst>
                  <a:ext uri="{FF2B5EF4-FFF2-40B4-BE49-F238E27FC236}">
                    <a16:creationId xmlns:a16="http://schemas.microsoft.com/office/drawing/2014/main" id="{022D4F3B-A52F-1351-26D2-C29F1E334496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6" name="矩形 225">
                <a:extLst>
                  <a:ext uri="{FF2B5EF4-FFF2-40B4-BE49-F238E27FC236}">
                    <a16:creationId xmlns:a16="http://schemas.microsoft.com/office/drawing/2014/main" id="{78505B01-EACE-1A34-C4D5-10EE2BAC8445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7" name="矩形 226">
                <a:extLst>
                  <a:ext uri="{FF2B5EF4-FFF2-40B4-BE49-F238E27FC236}">
                    <a16:creationId xmlns:a16="http://schemas.microsoft.com/office/drawing/2014/main" id="{934F8C03-2F01-5448-02C2-AB6A6E79C6BA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77" name="组合 176">
              <a:extLst>
                <a:ext uri="{FF2B5EF4-FFF2-40B4-BE49-F238E27FC236}">
                  <a16:creationId xmlns:a16="http://schemas.microsoft.com/office/drawing/2014/main" id="{929F5961-7620-9555-3B75-C009542D2787}"/>
                </a:ext>
              </a:extLst>
            </p:cNvPr>
            <p:cNvGrpSpPr/>
            <p:nvPr/>
          </p:nvGrpSpPr>
          <p:grpSpPr>
            <a:xfrm>
              <a:off x="9555474" y="3971922"/>
              <a:ext cx="1284052" cy="108000"/>
              <a:chOff x="8870728" y="6350431"/>
              <a:chExt cx="1284052" cy="108000"/>
            </a:xfrm>
          </p:grpSpPr>
          <p:sp>
            <p:nvSpPr>
              <p:cNvPr id="204" name="矩形 203">
                <a:extLst>
                  <a:ext uri="{FF2B5EF4-FFF2-40B4-BE49-F238E27FC236}">
                    <a16:creationId xmlns:a16="http://schemas.microsoft.com/office/drawing/2014/main" id="{BD3CA8D3-3EFA-269B-C99A-5A65E0785A88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05" name="矩形 204">
                <a:extLst>
                  <a:ext uri="{FF2B5EF4-FFF2-40B4-BE49-F238E27FC236}">
                    <a16:creationId xmlns:a16="http://schemas.microsoft.com/office/drawing/2014/main" id="{620247D9-D962-7B71-F1CF-C4C96565F625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6" name="矩形 205">
                <a:extLst>
                  <a:ext uri="{FF2B5EF4-FFF2-40B4-BE49-F238E27FC236}">
                    <a16:creationId xmlns:a16="http://schemas.microsoft.com/office/drawing/2014/main" id="{DA66D1C9-E609-879A-4929-8A03A0C20BB5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7" name="矩形 206">
                <a:extLst>
                  <a:ext uri="{FF2B5EF4-FFF2-40B4-BE49-F238E27FC236}">
                    <a16:creationId xmlns:a16="http://schemas.microsoft.com/office/drawing/2014/main" id="{9F514D19-A002-E766-D503-DE16849986E9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8" name="矩形 207">
                <a:extLst>
                  <a:ext uri="{FF2B5EF4-FFF2-40B4-BE49-F238E27FC236}">
                    <a16:creationId xmlns:a16="http://schemas.microsoft.com/office/drawing/2014/main" id="{E2F2E28E-8C3C-E83D-7AA5-9820AB6CE979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9" name="矩形 208">
                <a:extLst>
                  <a:ext uri="{FF2B5EF4-FFF2-40B4-BE49-F238E27FC236}">
                    <a16:creationId xmlns:a16="http://schemas.microsoft.com/office/drawing/2014/main" id="{90E365F6-BA97-D782-764D-D7F950B24CE1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AF8B8719-BA0D-B7F9-B617-FD9788F992FC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DE1EF811-7B5E-E0E2-6936-06869BCFD026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2F6EE2D9-1141-362B-FA2D-A3AD8861D002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512F989F-92A6-C009-FB96-26476CFC5B93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1DE0C0A1-DE53-C762-E267-B6AADB2DCD0D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8AFF82A6-CD49-0261-F325-2EF9B7839C2A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78" name="组合 177">
              <a:extLst>
                <a:ext uri="{FF2B5EF4-FFF2-40B4-BE49-F238E27FC236}">
                  <a16:creationId xmlns:a16="http://schemas.microsoft.com/office/drawing/2014/main" id="{26EEB492-0597-D2FC-05E6-D339EC40866E}"/>
                </a:ext>
              </a:extLst>
            </p:cNvPr>
            <p:cNvGrpSpPr/>
            <p:nvPr/>
          </p:nvGrpSpPr>
          <p:grpSpPr>
            <a:xfrm>
              <a:off x="9555474" y="4077623"/>
              <a:ext cx="1284052" cy="108000"/>
              <a:chOff x="8870728" y="6350431"/>
              <a:chExt cx="1284052" cy="108000"/>
            </a:xfrm>
          </p:grpSpPr>
          <p:sp>
            <p:nvSpPr>
              <p:cNvPr id="192" name="矩形 191">
                <a:extLst>
                  <a:ext uri="{FF2B5EF4-FFF2-40B4-BE49-F238E27FC236}">
                    <a16:creationId xmlns:a16="http://schemas.microsoft.com/office/drawing/2014/main" id="{85E151BB-D886-66CD-1CCE-000362D20266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193" name="矩形 192">
                <a:extLst>
                  <a:ext uri="{FF2B5EF4-FFF2-40B4-BE49-F238E27FC236}">
                    <a16:creationId xmlns:a16="http://schemas.microsoft.com/office/drawing/2014/main" id="{812221E2-5DAB-6825-9588-293F8F6E9987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4" name="矩形 193">
                <a:extLst>
                  <a:ext uri="{FF2B5EF4-FFF2-40B4-BE49-F238E27FC236}">
                    <a16:creationId xmlns:a16="http://schemas.microsoft.com/office/drawing/2014/main" id="{D6D6E53A-958D-8859-B640-35CFEF2040CA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12F06FF5-3347-F988-723D-31CC4043841E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6" name="矩形 195">
                <a:extLst>
                  <a:ext uri="{FF2B5EF4-FFF2-40B4-BE49-F238E27FC236}">
                    <a16:creationId xmlns:a16="http://schemas.microsoft.com/office/drawing/2014/main" id="{6272F9BC-6F68-8EDD-3E12-C4BB3E6DB5A3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7" name="矩形 196">
                <a:extLst>
                  <a:ext uri="{FF2B5EF4-FFF2-40B4-BE49-F238E27FC236}">
                    <a16:creationId xmlns:a16="http://schemas.microsoft.com/office/drawing/2014/main" id="{3C7505D7-7669-380D-1E26-BBA231E436FD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8" name="矩形 197">
                <a:extLst>
                  <a:ext uri="{FF2B5EF4-FFF2-40B4-BE49-F238E27FC236}">
                    <a16:creationId xmlns:a16="http://schemas.microsoft.com/office/drawing/2014/main" id="{8E0629AA-16D4-FC80-969B-92288ED7C3A6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9" name="矩形 198">
                <a:extLst>
                  <a:ext uri="{FF2B5EF4-FFF2-40B4-BE49-F238E27FC236}">
                    <a16:creationId xmlns:a16="http://schemas.microsoft.com/office/drawing/2014/main" id="{5BCC1BCC-5210-7DB2-CAD5-D952D849DB22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0" name="矩形 199">
                <a:extLst>
                  <a:ext uri="{FF2B5EF4-FFF2-40B4-BE49-F238E27FC236}">
                    <a16:creationId xmlns:a16="http://schemas.microsoft.com/office/drawing/2014/main" id="{24B14C09-5182-E4FC-F014-979D24D8CA51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1" name="矩形 200">
                <a:extLst>
                  <a:ext uri="{FF2B5EF4-FFF2-40B4-BE49-F238E27FC236}">
                    <a16:creationId xmlns:a16="http://schemas.microsoft.com/office/drawing/2014/main" id="{BDB9BE4B-F8D8-2A48-A2A6-75BD661CFD32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14F4F1C7-921C-ADDD-869F-1D88C2306476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3" name="矩形 202">
                <a:extLst>
                  <a:ext uri="{FF2B5EF4-FFF2-40B4-BE49-F238E27FC236}">
                    <a16:creationId xmlns:a16="http://schemas.microsoft.com/office/drawing/2014/main" id="{77E7E812-1C0E-F37F-B421-428547F757A0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1967619F-13C8-5CDD-44F6-ADCDB3CD44E6}"/>
                </a:ext>
              </a:extLst>
            </p:cNvPr>
            <p:cNvGrpSpPr/>
            <p:nvPr/>
          </p:nvGrpSpPr>
          <p:grpSpPr>
            <a:xfrm>
              <a:off x="9555474" y="4183324"/>
              <a:ext cx="1284052" cy="108000"/>
              <a:chOff x="8870728" y="6350431"/>
              <a:chExt cx="1284052" cy="108000"/>
            </a:xfrm>
          </p:grpSpPr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CEF3A3C3-2F82-CBAE-B386-A0918EA20E8A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181" name="矩形 180">
                <a:extLst>
                  <a:ext uri="{FF2B5EF4-FFF2-40B4-BE49-F238E27FC236}">
                    <a16:creationId xmlns:a16="http://schemas.microsoft.com/office/drawing/2014/main" id="{CC430EC8-C929-3484-CC08-D69286D7B574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CE255166-6C3C-310A-0E5C-B579634E0ABA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3" name="矩形 182">
                <a:extLst>
                  <a:ext uri="{FF2B5EF4-FFF2-40B4-BE49-F238E27FC236}">
                    <a16:creationId xmlns:a16="http://schemas.microsoft.com/office/drawing/2014/main" id="{31A7BE1B-094C-F9BC-BE73-0B00C77B5A82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id="{A4AB73BB-A2D5-0E84-FED9-0991ED692456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5" name="矩形 184">
                <a:extLst>
                  <a:ext uri="{FF2B5EF4-FFF2-40B4-BE49-F238E27FC236}">
                    <a16:creationId xmlns:a16="http://schemas.microsoft.com/office/drawing/2014/main" id="{55A38876-53FD-FAD1-6781-1869CF523580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6" name="矩形 185">
                <a:extLst>
                  <a:ext uri="{FF2B5EF4-FFF2-40B4-BE49-F238E27FC236}">
                    <a16:creationId xmlns:a16="http://schemas.microsoft.com/office/drawing/2014/main" id="{063EBC8B-27E3-64DA-653D-2EE0A6A01C80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B89ADDFE-089B-1797-7DB1-DA4EB53405F0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8" name="矩形 187">
                <a:extLst>
                  <a:ext uri="{FF2B5EF4-FFF2-40B4-BE49-F238E27FC236}">
                    <a16:creationId xmlns:a16="http://schemas.microsoft.com/office/drawing/2014/main" id="{86DA459D-C7A9-FF6A-C4C6-D3086FCA0CAF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9" name="矩形 188">
                <a:extLst>
                  <a:ext uri="{FF2B5EF4-FFF2-40B4-BE49-F238E27FC236}">
                    <a16:creationId xmlns:a16="http://schemas.microsoft.com/office/drawing/2014/main" id="{6FE7A23B-BB09-D875-09B7-38F485C3C440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7A8CAD7D-434C-1450-D57F-1B997D953391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BB1EF288-3F21-BEB8-8B90-7D7DA60199AF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252" name="文本框 251">
            <a:extLst>
              <a:ext uri="{FF2B5EF4-FFF2-40B4-BE49-F238E27FC236}">
                <a16:creationId xmlns:a16="http://schemas.microsoft.com/office/drawing/2014/main" id="{6A24E30B-4DFC-E5CB-55E2-2BF7219D3DBA}"/>
              </a:ext>
            </a:extLst>
          </p:cNvPr>
          <p:cNvSpPr txBox="1"/>
          <p:nvPr/>
        </p:nvSpPr>
        <p:spPr>
          <a:xfrm>
            <a:off x="2274432" y="3590026"/>
            <a:ext cx="13231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Item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Codebook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065890CA-FFBC-630E-E750-FC78C0F1D0BF}"/>
              </a:ext>
            </a:extLst>
          </p:cNvPr>
          <p:cNvSpPr txBox="1"/>
          <p:nvPr/>
        </p:nvSpPr>
        <p:spPr>
          <a:xfrm>
            <a:off x="3578932" y="3599833"/>
            <a:ext cx="1389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Cross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Codebook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0FB612B5-06B0-F0BD-D251-D34A2F001308}"/>
              </a:ext>
            </a:extLst>
          </p:cNvPr>
          <p:cNvCxnSpPr>
            <a:stCxn id="10" idx="0"/>
            <a:endCxn id="11" idx="2"/>
          </p:cNvCxnSpPr>
          <p:nvPr/>
        </p:nvCxnSpPr>
        <p:spPr>
          <a:xfrm flipV="1">
            <a:off x="2879947" y="4891509"/>
            <a:ext cx="4413" cy="201112"/>
          </a:xfrm>
          <a:prstGeom prst="straightConnector1">
            <a:avLst/>
          </a:prstGeom>
          <a:ln w="19050"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直线箭头连接符 254">
            <a:extLst>
              <a:ext uri="{FF2B5EF4-FFF2-40B4-BE49-F238E27FC236}">
                <a16:creationId xmlns:a16="http://schemas.microsoft.com/office/drawing/2014/main" id="{C267F7AE-B36A-708C-BA72-9ABEE7650CE8}"/>
              </a:ext>
            </a:extLst>
          </p:cNvPr>
          <p:cNvCxnSpPr/>
          <p:nvPr/>
        </p:nvCxnSpPr>
        <p:spPr>
          <a:xfrm flipV="1">
            <a:off x="2890085" y="3766621"/>
            <a:ext cx="4413" cy="201112"/>
          </a:xfrm>
          <a:prstGeom prst="straightConnector1">
            <a:avLst/>
          </a:prstGeom>
          <a:ln w="19050"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6" name="直线箭头连接符 255">
            <a:extLst>
              <a:ext uri="{FF2B5EF4-FFF2-40B4-BE49-F238E27FC236}">
                <a16:creationId xmlns:a16="http://schemas.microsoft.com/office/drawing/2014/main" id="{905E5DEE-BA2B-EBB3-F5FC-D429FE1CFF01}"/>
              </a:ext>
            </a:extLst>
          </p:cNvPr>
          <p:cNvCxnSpPr>
            <a:cxnSpLocks/>
            <a:endCxn id="12" idx="2"/>
          </p:cNvCxnSpPr>
          <p:nvPr/>
        </p:nvCxnSpPr>
        <p:spPr>
          <a:xfrm flipH="1" flipV="1">
            <a:off x="1648359" y="2658668"/>
            <a:ext cx="1204740" cy="140879"/>
          </a:xfrm>
          <a:prstGeom prst="straightConnector1">
            <a:avLst/>
          </a:prstGeom>
          <a:ln w="19050"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7" name="直线箭头连接符 256">
            <a:extLst>
              <a:ext uri="{FF2B5EF4-FFF2-40B4-BE49-F238E27FC236}">
                <a16:creationId xmlns:a16="http://schemas.microsoft.com/office/drawing/2014/main" id="{85CFAF18-1D80-BE1A-466F-7D43F09B1A9C}"/>
              </a:ext>
            </a:extLst>
          </p:cNvPr>
          <p:cNvCxnSpPr>
            <a:cxnSpLocks/>
          </p:cNvCxnSpPr>
          <p:nvPr/>
        </p:nvCxnSpPr>
        <p:spPr>
          <a:xfrm flipV="1">
            <a:off x="2864713" y="2656372"/>
            <a:ext cx="1204740" cy="140879"/>
          </a:xfrm>
          <a:prstGeom prst="straightConnector1">
            <a:avLst/>
          </a:prstGeom>
          <a:ln w="19050"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8" name="矩形 257">
            <a:extLst>
              <a:ext uri="{FF2B5EF4-FFF2-40B4-BE49-F238E27FC236}">
                <a16:creationId xmlns:a16="http://schemas.microsoft.com/office/drawing/2014/main" id="{D548C186-B1CA-4FB3-82E5-E104D55C125C}"/>
              </a:ext>
            </a:extLst>
          </p:cNvPr>
          <p:cNvSpPr/>
          <p:nvPr/>
        </p:nvSpPr>
        <p:spPr>
          <a:xfrm>
            <a:off x="793214" y="2808268"/>
            <a:ext cx="4175266" cy="79446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9" name="圆角矩形 258">
            <a:extLst>
              <a:ext uri="{FF2B5EF4-FFF2-40B4-BE49-F238E27FC236}">
                <a16:creationId xmlns:a16="http://schemas.microsoft.com/office/drawing/2014/main" id="{D18AA79C-CC35-0573-157D-DADC57E0C7A6}"/>
              </a:ext>
            </a:extLst>
          </p:cNvPr>
          <p:cNvSpPr/>
          <p:nvPr/>
        </p:nvSpPr>
        <p:spPr>
          <a:xfrm>
            <a:off x="7311816" y="5952755"/>
            <a:ext cx="4001770" cy="381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charset="0"/>
                <a:ea typeface="微软雅黑" charset="0"/>
                <a:cs typeface="微软雅黑" charset="0"/>
              </a:rPr>
              <a:t>Embedding</a:t>
            </a:r>
          </a:p>
        </p:txBody>
      </p:sp>
      <p:sp>
        <p:nvSpPr>
          <p:cNvPr id="260" name="梯形 259">
            <a:extLst>
              <a:ext uri="{FF2B5EF4-FFF2-40B4-BE49-F238E27FC236}">
                <a16:creationId xmlns:a16="http://schemas.microsoft.com/office/drawing/2014/main" id="{74638007-F13E-5F26-AE15-7469B96F62F7}"/>
              </a:ext>
            </a:extLst>
          </p:cNvPr>
          <p:cNvSpPr/>
          <p:nvPr/>
        </p:nvSpPr>
        <p:spPr>
          <a:xfrm>
            <a:off x="7394032" y="4699228"/>
            <a:ext cx="3846164" cy="931228"/>
          </a:xfrm>
          <a:prstGeom prst="trapezoid">
            <a:avLst/>
          </a:prstGeom>
          <a:solidFill>
            <a:srgbClr val="7B599F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charset="0"/>
                <a:ea typeface="微软雅黑" charset="0"/>
                <a:cs typeface="微软雅黑" charset="0"/>
              </a:rPr>
              <a:t>State</a:t>
            </a:r>
            <a:r>
              <a:rPr lang="zh-CN" altLang="en-US" sz="1600" b="1" dirty="0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1600" b="1" dirty="0">
                <a:latin typeface="微软雅黑" charset="0"/>
                <a:ea typeface="微软雅黑" charset="0"/>
                <a:cs typeface="微软雅黑" charset="0"/>
              </a:rPr>
              <a:t>Encoder</a:t>
            </a:r>
          </a:p>
        </p:txBody>
      </p:sp>
      <p:grpSp>
        <p:nvGrpSpPr>
          <p:cNvPr id="261" name="组合 260">
            <a:extLst>
              <a:ext uri="{FF2B5EF4-FFF2-40B4-BE49-F238E27FC236}">
                <a16:creationId xmlns:a16="http://schemas.microsoft.com/office/drawing/2014/main" id="{B2484311-C548-431D-BDF1-E4DC551F4154}"/>
              </a:ext>
            </a:extLst>
          </p:cNvPr>
          <p:cNvGrpSpPr/>
          <p:nvPr/>
        </p:nvGrpSpPr>
        <p:grpSpPr>
          <a:xfrm>
            <a:off x="7351210" y="3447366"/>
            <a:ext cx="1284052" cy="636505"/>
            <a:chOff x="9555474" y="3654819"/>
            <a:chExt cx="1284052" cy="636505"/>
          </a:xfrm>
        </p:grpSpPr>
        <p:grpSp>
          <p:nvGrpSpPr>
            <p:cNvPr id="262" name="组合 261">
              <a:extLst>
                <a:ext uri="{FF2B5EF4-FFF2-40B4-BE49-F238E27FC236}">
                  <a16:creationId xmlns:a16="http://schemas.microsoft.com/office/drawing/2014/main" id="{FD553BD2-826C-0F65-590A-EF817B5D8C22}"/>
                </a:ext>
              </a:extLst>
            </p:cNvPr>
            <p:cNvGrpSpPr/>
            <p:nvPr/>
          </p:nvGrpSpPr>
          <p:grpSpPr>
            <a:xfrm>
              <a:off x="9555474" y="3654819"/>
              <a:ext cx="1284052" cy="108000"/>
              <a:chOff x="8870728" y="6350431"/>
              <a:chExt cx="1284052" cy="108000"/>
            </a:xfrm>
          </p:grpSpPr>
          <p:sp>
            <p:nvSpPr>
              <p:cNvPr id="328" name="矩形 327">
                <a:extLst>
                  <a:ext uri="{FF2B5EF4-FFF2-40B4-BE49-F238E27FC236}">
                    <a16:creationId xmlns:a16="http://schemas.microsoft.com/office/drawing/2014/main" id="{86B5334D-D402-50AB-3284-5981EC56D9E4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29" name="矩形 328">
                <a:extLst>
                  <a:ext uri="{FF2B5EF4-FFF2-40B4-BE49-F238E27FC236}">
                    <a16:creationId xmlns:a16="http://schemas.microsoft.com/office/drawing/2014/main" id="{843D5356-7A7F-A4FA-F188-146AF22AC69F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30" name="矩形 329">
                <a:extLst>
                  <a:ext uri="{FF2B5EF4-FFF2-40B4-BE49-F238E27FC236}">
                    <a16:creationId xmlns:a16="http://schemas.microsoft.com/office/drawing/2014/main" id="{EB33EDC3-08BE-9C9B-915D-F8B117278A06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31" name="矩形 330">
                <a:extLst>
                  <a:ext uri="{FF2B5EF4-FFF2-40B4-BE49-F238E27FC236}">
                    <a16:creationId xmlns:a16="http://schemas.microsoft.com/office/drawing/2014/main" id="{5495F67E-32FF-DDF7-9232-EB8ADFB88433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32" name="矩形 331">
                <a:extLst>
                  <a:ext uri="{FF2B5EF4-FFF2-40B4-BE49-F238E27FC236}">
                    <a16:creationId xmlns:a16="http://schemas.microsoft.com/office/drawing/2014/main" id="{DC397DF1-B959-BB03-8577-0D8C8C28B465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33" name="矩形 332">
                <a:extLst>
                  <a:ext uri="{FF2B5EF4-FFF2-40B4-BE49-F238E27FC236}">
                    <a16:creationId xmlns:a16="http://schemas.microsoft.com/office/drawing/2014/main" id="{DE5BDE04-4227-6516-4EA0-2B0AA9D952F8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34" name="矩形 333">
                <a:extLst>
                  <a:ext uri="{FF2B5EF4-FFF2-40B4-BE49-F238E27FC236}">
                    <a16:creationId xmlns:a16="http://schemas.microsoft.com/office/drawing/2014/main" id="{6E4D3D1E-982D-8EEB-E3B5-4A775686CA0D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35" name="矩形 334">
                <a:extLst>
                  <a:ext uri="{FF2B5EF4-FFF2-40B4-BE49-F238E27FC236}">
                    <a16:creationId xmlns:a16="http://schemas.microsoft.com/office/drawing/2014/main" id="{DFD9D3F6-44F6-0E88-9AAB-1F98953B5B90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36" name="矩形 335">
                <a:extLst>
                  <a:ext uri="{FF2B5EF4-FFF2-40B4-BE49-F238E27FC236}">
                    <a16:creationId xmlns:a16="http://schemas.microsoft.com/office/drawing/2014/main" id="{3CBB9943-3550-9D12-0684-4C9DEF2CA924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37" name="矩形 336">
                <a:extLst>
                  <a:ext uri="{FF2B5EF4-FFF2-40B4-BE49-F238E27FC236}">
                    <a16:creationId xmlns:a16="http://schemas.microsoft.com/office/drawing/2014/main" id="{1C8CCB9E-E6E2-20C0-EFDC-6ACB3EA0C416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38" name="矩形 337">
                <a:extLst>
                  <a:ext uri="{FF2B5EF4-FFF2-40B4-BE49-F238E27FC236}">
                    <a16:creationId xmlns:a16="http://schemas.microsoft.com/office/drawing/2014/main" id="{D75B750D-248C-5A23-F77B-725D74B7B77F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39" name="矩形 338">
                <a:extLst>
                  <a:ext uri="{FF2B5EF4-FFF2-40B4-BE49-F238E27FC236}">
                    <a16:creationId xmlns:a16="http://schemas.microsoft.com/office/drawing/2014/main" id="{9D4537A9-D314-7AA6-C168-68678C591E99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63" name="组合 262">
              <a:extLst>
                <a:ext uri="{FF2B5EF4-FFF2-40B4-BE49-F238E27FC236}">
                  <a16:creationId xmlns:a16="http://schemas.microsoft.com/office/drawing/2014/main" id="{30634796-9AFB-4C22-8AC8-C8E16AF2F05A}"/>
                </a:ext>
              </a:extLst>
            </p:cNvPr>
            <p:cNvGrpSpPr/>
            <p:nvPr/>
          </p:nvGrpSpPr>
          <p:grpSpPr>
            <a:xfrm>
              <a:off x="9555474" y="3760520"/>
              <a:ext cx="1284052" cy="108000"/>
              <a:chOff x="8870728" y="6350431"/>
              <a:chExt cx="1284052" cy="108000"/>
            </a:xfrm>
          </p:grpSpPr>
          <p:sp>
            <p:nvSpPr>
              <p:cNvPr id="316" name="矩形 315">
                <a:extLst>
                  <a:ext uri="{FF2B5EF4-FFF2-40B4-BE49-F238E27FC236}">
                    <a16:creationId xmlns:a16="http://schemas.microsoft.com/office/drawing/2014/main" id="{38C139B6-F1AA-F7D7-7704-5866E4CFDAD4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17" name="矩形 316">
                <a:extLst>
                  <a:ext uri="{FF2B5EF4-FFF2-40B4-BE49-F238E27FC236}">
                    <a16:creationId xmlns:a16="http://schemas.microsoft.com/office/drawing/2014/main" id="{2192106D-0BEC-6166-57EE-505423C28E6D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18" name="矩形 317">
                <a:extLst>
                  <a:ext uri="{FF2B5EF4-FFF2-40B4-BE49-F238E27FC236}">
                    <a16:creationId xmlns:a16="http://schemas.microsoft.com/office/drawing/2014/main" id="{428D8801-8759-5DA7-860A-3E01DD9D0F98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19" name="矩形 318">
                <a:extLst>
                  <a:ext uri="{FF2B5EF4-FFF2-40B4-BE49-F238E27FC236}">
                    <a16:creationId xmlns:a16="http://schemas.microsoft.com/office/drawing/2014/main" id="{AE3B686F-C881-2D8C-4C7C-2A09046A3817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0" name="矩形 319">
                <a:extLst>
                  <a:ext uri="{FF2B5EF4-FFF2-40B4-BE49-F238E27FC236}">
                    <a16:creationId xmlns:a16="http://schemas.microsoft.com/office/drawing/2014/main" id="{0BCFE818-27AA-63FE-50E0-FB28991E43DD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1" name="矩形 320">
                <a:extLst>
                  <a:ext uri="{FF2B5EF4-FFF2-40B4-BE49-F238E27FC236}">
                    <a16:creationId xmlns:a16="http://schemas.microsoft.com/office/drawing/2014/main" id="{E28E3BD2-7A9A-FA62-F4DC-40AC26FACC1F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2" name="矩形 321">
                <a:extLst>
                  <a:ext uri="{FF2B5EF4-FFF2-40B4-BE49-F238E27FC236}">
                    <a16:creationId xmlns:a16="http://schemas.microsoft.com/office/drawing/2014/main" id="{34DD9BA3-F838-8721-8426-C1028D625678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3" name="矩形 322">
                <a:extLst>
                  <a:ext uri="{FF2B5EF4-FFF2-40B4-BE49-F238E27FC236}">
                    <a16:creationId xmlns:a16="http://schemas.microsoft.com/office/drawing/2014/main" id="{1A534980-33D2-429B-B549-C6296A571F79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4" name="矩形 323">
                <a:extLst>
                  <a:ext uri="{FF2B5EF4-FFF2-40B4-BE49-F238E27FC236}">
                    <a16:creationId xmlns:a16="http://schemas.microsoft.com/office/drawing/2014/main" id="{9582A13E-F79C-DCDD-3083-C66CE62C7325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5" name="矩形 324">
                <a:extLst>
                  <a:ext uri="{FF2B5EF4-FFF2-40B4-BE49-F238E27FC236}">
                    <a16:creationId xmlns:a16="http://schemas.microsoft.com/office/drawing/2014/main" id="{297E7688-7E66-A524-D691-A49E8717272D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6" name="矩形 325">
                <a:extLst>
                  <a:ext uri="{FF2B5EF4-FFF2-40B4-BE49-F238E27FC236}">
                    <a16:creationId xmlns:a16="http://schemas.microsoft.com/office/drawing/2014/main" id="{4792208A-7613-6827-5C79-B32BE88C6C7C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7" name="矩形 326">
                <a:extLst>
                  <a:ext uri="{FF2B5EF4-FFF2-40B4-BE49-F238E27FC236}">
                    <a16:creationId xmlns:a16="http://schemas.microsoft.com/office/drawing/2014/main" id="{6F60E600-B925-47A2-6254-6FCAE27E20DB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64" name="组合 263">
              <a:extLst>
                <a:ext uri="{FF2B5EF4-FFF2-40B4-BE49-F238E27FC236}">
                  <a16:creationId xmlns:a16="http://schemas.microsoft.com/office/drawing/2014/main" id="{B8B862ED-A764-A0BA-3605-2BD952D873B7}"/>
                </a:ext>
              </a:extLst>
            </p:cNvPr>
            <p:cNvGrpSpPr/>
            <p:nvPr/>
          </p:nvGrpSpPr>
          <p:grpSpPr>
            <a:xfrm>
              <a:off x="9555474" y="3866221"/>
              <a:ext cx="1284052" cy="108000"/>
              <a:chOff x="8870728" y="6350431"/>
              <a:chExt cx="1284052" cy="108000"/>
            </a:xfrm>
          </p:grpSpPr>
          <p:sp>
            <p:nvSpPr>
              <p:cNvPr id="304" name="矩形 303">
                <a:extLst>
                  <a:ext uri="{FF2B5EF4-FFF2-40B4-BE49-F238E27FC236}">
                    <a16:creationId xmlns:a16="http://schemas.microsoft.com/office/drawing/2014/main" id="{326EE935-445C-34AF-6B87-21A68A8F2854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05" name="矩形 304">
                <a:extLst>
                  <a:ext uri="{FF2B5EF4-FFF2-40B4-BE49-F238E27FC236}">
                    <a16:creationId xmlns:a16="http://schemas.microsoft.com/office/drawing/2014/main" id="{91A524FC-7B45-FC8A-E096-876735EAC658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06" name="矩形 305">
                <a:extLst>
                  <a:ext uri="{FF2B5EF4-FFF2-40B4-BE49-F238E27FC236}">
                    <a16:creationId xmlns:a16="http://schemas.microsoft.com/office/drawing/2014/main" id="{BFD4006A-8E64-B030-4E25-761BF85467A2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07" name="矩形 306">
                <a:extLst>
                  <a:ext uri="{FF2B5EF4-FFF2-40B4-BE49-F238E27FC236}">
                    <a16:creationId xmlns:a16="http://schemas.microsoft.com/office/drawing/2014/main" id="{9CC6A5C6-CABF-E976-A743-9372145155F1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08" name="矩形 307">
                <a:extLst>
                  <a:ext uri="{FF2B5EF4-FFF2-40B4-BE49-F238E27FC236}">
                    <a16:creationId xmlns:a16="http://schemas.microsoft.com/office/drawing/2014/main" id="{8CF69F6F-7A8D-D608-B257-403FEE126295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09" name="矩形 308">
                <a:extLst>
                  <a:ext uri="{FF2B5EF4-FFF2-40B4-BE49-F238E27FC236}">
                    <a16:creationId xmlns:a16="http://schemas.microsoft.com/office/drawing/2014/main" id="{1692CB75-0C52-DBB5-EA00-218EE5F2EB31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10" name="矩形 309">
                <a:extLst>
                  <a:ext uri="{FF2B5EF4-FFF2-40B4-BE49-F238E27FC236}">
                    <a16:creationId xmlns:a16="http://schemas.microsoft.com/office/drawing/2014/main" id="{0B7557CC-8392-1805-8AAD-F772B50B486D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11" name="矩形 310">
                <a:extLst>
                  <a:ext uri="{FF2B5EF4-FFF2-40B4-BE49-F238E27FC236}">
                    <a16:creationId xmlns:a16="http://schemas.microsoft.com/office/drawing/2014/main" id="{3089D55B-272C-31BB-650E-D70AF17D1D77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12" name="矩形 311">
                <a:extLst>
                  <a:ext uri="{FF2B5EF4-FFF2-40B4-BE49-F238E27FC236}">
                    <a16:creationId xmlns:a16="http://schemas.microsoft.com/office/drawing/2014/main" id="{ED6C640C-EF2D-2DDA-781C-BA507BFCE841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13" name="矩形 312">
                <a:extLst>
                  <a:ext uri="{FF2B5EF4-FFF2-40B4-BE49-F238E27FC236}">
                    <a16:creationId xmlns:a16="http://schemas.microsoft.com/office/drawing/2014/main" id="{EE06F33C-2DBA-5ACF-4250-32A3E1AC0459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14" name="矩形 313">
                <a:extLst>
                  <a:ext uri="{FF2B5EF4-FFF2-40B4-BE49-F238E27FC236}">
                    <a16:creationId xmlns:a16="http://schemas.microsoft.com/office/drawing/2014/main" id="{78D04998-B8D4-FDF8-CBCF-8D87E4F4308B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15" name="矩形 314">
                <a:extLst>
                  <a:ext uri="{FF2B5EF4-FFF2-40B4-BE49-F238E27FC236}">
                    <a16:creationId xmlns:a16="http://schemas.microsoft.com/office/drawing/2014/main" id="{456787E4-BEA6-2996-7EB6-EE5DBD03B337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65" name="组合 264">
              <a:extLst>
                <a:ext uri="{FF2B5EF4-FFF2-40B4-BE49-F238E27FC236}">
                  <a16:creationId xmlns:a16="http://schemas.microsoft.com/office/drawing/2014/main" id="{78AEF5B4-5DC4-FE9A-4C30-AF27BE9E3462}"/>
                </a:ext>
              </a:extLst>
            </p:cNvPr>
            <p:cNvGrpSpPr/>
            <p:nvPr/>
          </p:nvGrpSpPr>
          <p:grpSpPr>
            <a:xfrm>
              <a:off x="9555474" y="3971922"/>
              <a:ext cx="1284052" cy="108000"/>
              <a:chOff x="8870728" y="6350431"/>
              <a:chExt cx="1284052" cy="108000"/>
            </a:xfrm>
          </p:grpSpPr>
          <p:sp>
            <p:nvSpPr>
              <p:cNvPr id="292" name="矩形 291">
                <a:extLst>
                  <a:ext uri="{FF2B5EF4-FFF2-40B4-BE49-F238E27FC236}">
                    <a16:creationId xmlns:a16="http://schemas.microsoft.com/office/drawing/2014/main" id="{202C2DC9-28CC-6312-A51D-4A71CE4A93CE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93" name="矩形 292">
                <a:extLst>
                  <a:ext uri="{FF2B5EF4-FFF2-40B4-BE49-F238E27FC236}">
                    <a16:creationId xmlns:a16="http://schemas.microsoft.com/office/drawing/2014/main" id="{A37C6879-DFBF-CB3F-CFBC-3805C76D204B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94" name="矩形 293">
                <a:extLst>
                  <a:ext uri="{FF2B5EF4-FFF2-40B4-BE49-F238E27FC236}">
                    <a16:creationId xmlns:a16="http://schemas.microsoft.com/office/drawing/2014/main" id="{4A0C8B8D-6261-09F3-439F-6D63AF31BC0F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95" name="矩形 294">
                <a:extLst>
                  <a:ext uri="{FF2B5EF4-FFF2-40B4-BE49-F238E27FC236}">
                    <a16:creationId xmlns:a16="http://schemas.microsoft.com/office/drawing/2014/main" id="{43C0D77C-2FFE-00D4-00B7-E2ED58C3A449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96" name="矩形 295">
                <a:extLst>
                  <a:ext uri="{FF2B5EF4-FFF2-40B4-BE49-F238E27FC236}">
                    <a16:creationId xmlns:a16="http://schemas.microsoft.com/office/drawing/2014/main" id="{D2C0F812-87BA-6DD7-0E98-E45A9D3374E8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97" name="矩形 296">
                <a:extLst>
                  <a:ext uri="{FF2B5EF4-FFF2-40B4-BE49-F238E27FC236}">
                    <a16:creationId xmlns:a16="http://schemas.microsoft.com/office/drawing/2014/main" id="{F5CC4C4D-1428-36C5-DD0B-31B112A1300A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98" name="矩形 297">
                <a:extLst>
                  <a:ext uri="{FF2B5EF4-FFF2-40B4-BE49-F238E27FC236}">
                    <a16:creationId xmlns:a16="http://schemas.microsoft.com/office/drawing/2014/main" id="{3ADC2D8D-65B3-B18F-C40C-DF6416F1784D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99" name="矩形 298">
                <a:extLst>
                  <a:ext uri="{FF2B5EF4-FFF2-40B4-BE49-F238E27FC236}">
                    <a16:creationId xmlns:a16="http://schemas.microsoft.com/office/drawing/2014/main" id="{6F24D782-C7D7-C4BB-611A-7E4EEEA25042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00" name="矩形 299">
                <a:extLst>
                  <a:ext uri="{FF2B5EF4-FFF2-40B4-BE49-F238E27FC236}">
                    <a16:creationId xmlns:a16="http://schemas.microsoft.com/office/drawing/2014/main" id="{3B5D8668-E519-DEC4-BB11-CC8F8B002334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01" name="矩形 300">
                <a:extLst>
                  <a:ext uri="{FF2B5EF4-FFF2-40B4-BE49-F238E27FC236}">
                    <a16:creationId xmlns:a16="http://schemas.microsoft.com/office/drawing/2014/main" id="{7481272C-C481-9149-589F-0CA4CD0F0059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02" name="矩形 301">
                <a:extLst>
                  <a:ext uri="{FF2B5EF4-FFF2-40B4-BE49-F238E27FC236}">
                    <a16:creationId xmlns:a16="http://schemas.microsoft.com/office/drawing/2014/main" id="{4BE5AC23-CB50-1377-0634-BF86445A7E6B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03" name="矩形 302">
                <a:extLst>
                  <a:ext uri="{FF2B5EF4-FFF2-40B4-BE49-F238E27FC236}">
                    <a16:creationId xmlns:a16="http://schemas.microsoft.com/office/drawing/2014/main" id="{9BAB4BB7-38E9-0247-48CD-20F1E1746741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66" name="组合 265">
              <a:extLst>
                <a:ext uri="{FF2B5EF4-FFF2-40B4-BE49-F238E27FC236}">
                  <a16:creationId xmlns:a16="http://schemas.microsoft.com/office/drawing/2014/main" id="{0D4DAAB5-720A-3D0E-9F9D-C0BD56B4714E}"/>
                </a:ext>
              </a:extLst>
            </p:cNvPr>
            <p:cNvGrpSpPr/>
            <p:nvPr/>
          </p:nvGrpSpPr>
          <p:grpSpPr>
            <a:xfrm>
              <a:off x="9555474" y="4077623"/>
              <a:ext cx="1284052" cy="108000"/>
              <a:chOff x="8870728" y="6350431"/>
              <a:chExt cx="1284052" cy="108000"/>
            </a:xfrm>
          </p:grpSpPr>
          <p:sp>
            <p:nvSpPr>
              <p:cNvPr id="280" name="矩形 279">
                <a:extLst>
                  <a:ext uri="{FF2B5EF4-FFF2-40B4-BE49-F238E27FC236}">
                    <a16:creationId xmlns:a16="http://schemas.microsoft.com/office/drawing/2014/main" id="{431B0356-65FF-BFB9-349B-7024443D5B2C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81" name="矩形 280">
                <a:extLst>
                  <a:ext uri="{FF2B5EF4-FFF2-40B4-BE49-F238E27FC236}">
                    <a16:creationId xmlns:a16="http://schemas.microsoft.com/office/drawing/2014/main" id="{BCF161C7-5754-F263-8E1C-31EDFCAF7101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2" name="矩形 281">
                <a:extLst>
                  <a:ext uri="{FF2B5EF4-FFF2-40B4-BE49-F238E27FC236}">
                    <a16:creationId xmlns:a16="http://schemas.microsoft.com/office/drawing/2014/main" id="{2725F052-DE31-66FD-2F6F-0FD292B90715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3" name="矩形 282">
                <a:extLst>
                  <a:ext uri="{FF2B5EF4-FFF2-40B4-BE49-F238E27FC236}">
                    <a16:creationId xmlns:a16="http://schemas.microsoft.com/office/drawing/2014/main" id="{E215CC59-923A-2A8D-896A-4AD35014839E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4" name="矩形 283">
                <a:extLst>
                  <a:ext uri="{FF2B5EF4-FFF2-40B4-BE49-F238E27FC236}">
                    <a16:creationId xmlns:a16="http://schemas.microsoft.com/office/drawing/2014/main" id="{DA6BE9C9-4F6E-B2F4-CC36-53BDFC6D2A34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5" name="矩形 284">
                <a:extLst>
                  <a:ext uri="{FF2B5EF4-FFF2-40B4-BE49-F238E27FC236}">
                    <a16:creationId xmlns:a16="http://schemas.microsoft.com/office/drawing/2014/main" id="{F3CE8D2A-C331-7A00-B392-7B648976A084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6" name="矩形 285">
                <a:extLst>
                  <a:ext uri="{FF2B5EF4-FFF2-40B4-BE49-F238E27FC236}">
                    <a16:creationId xmlns:a16="http://schemas.microsoft.com/office/drawing/2014/main" id="{F4D53611-4EA0-21F6-6D83-7DA76FB5B2C2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7" name="矩形 286">
                <a:extLst>
                  <a:ext uri="{FF2B5EF4-FFF2-40B4-BE49-F238E27FC236}">
                    <a16:creationId xmlns:a16="http://schemas.microsoft.com/office/drawing/2014/main" id="{1134C3FB-6306-D958-B285-478378FA2A69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8" name="矩形 287">
                <a:extLst>
                  <a:ext uri="{FF2B5EF4-FFF2-40B4-BE49-F238E27FC236}">
                    <a16:creationId xmlns:a16="http://schemas.microsoft.com/office/drawing/2014/main" id="{9D44E39D-B1EA-7241-1AD8-FA4286D8C885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9" name="矩形 288">
                <a:extLst>
                  <a:ext uri="{FF2B5EF4-FFF2-40B4-BE49-F238E27FC236}">
                    <a16:creationId xmlns:a16="http://schemas.microsoft.com/office/drawing/2014/main" id="{47C1C81A-F085-3E84-F87E-64953DC43228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90" name="矩形 289">
                <a:extLst>
                  <a:ext uri="{FF2B5EF4-FFF2-40B4-BE49-F238E27FC236}">
                    <a16:creationId xmlns:a16="http://schemas.microsoft.com/office/drawing/2014/main" id="{AC36D712-942E-09D1-6ECC-CCD2575FBBC1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91" name="矩形 290">
                <a:extLst>
                  <a:ext uri="{FF2B5EF4-FFF2-40B4-BE49-F238E27FC236}">
                    <a16:creationId xmlns:a16="http://schemas.microsoft.com/office/drawing/2014/main" id="{2852CBB6-9EF1-A09B-48C9-8F96D554A808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67" name="组合 266">
              <a:extLst>
                <a:ext uri="{FF2B5EF4-FFF2-40B4-BE49-F238E27FC236}">
                  <a16:creationId xmlns:a16="http://schemas.microsoft.com/office/drawing/2014/main" id="{10EC183C-0674-D5F5-C0E9-23139395885A}"/>
                </a:ext>
              </a:extLst>
            </p:cNvPr>
            <p:cNvGrpSpPr/>
            <p:nvPr/>
          </p:nvGrpSpPr>
          <p:grpSpPr>
            <a:xfrm>
              <a:off x="9555474" y="4183324"/>
              <a:ext cx="1284052" cy="108000"/>
              <a:chOff x="8870728" y="6350431"/>
              <a:chExt cx="1284052" cy="108000"/>
            </a:xfrm>
          </p:grpSpPr>
          <p:sp>
            <p:nvSpPr>
              <p:cNvPr id="268" name="矩形 267">
                <a:extLst>
                  <a:ext uri="{FF2B5EF4-FFF2-40B4-BE49-F238E27FC236}">
                    <a16:creationId xmlns:a16="http://schemas.microsoft.com/office/drawing/2014/main" id="{13373EF5-2A8D-0BD8-5FA7-96D89F642C6D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69" name="矩形 268">
                <a:extLst>
                  <a:ext uri="{FF2B5EF4-FFF2-40B4-BE49-F238E27FC236}">
                    <a16:creationId xmlns:a16="http://schemas.microsoft.com/office/drawing/2014/main" id="{D60D9584-1E45-DF62-B0C2-7B15E65DC5D8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0" name="矩形 269">
                <a:extLst>
                  <a:ext uri="{FF2B5EF4-FFF2-40B4-BE49-F238E27FC236}">
                    <a16:creationId xmlns:a16="http://schemas.microsoft.com/office/drawing/2014/main" id="{AF47C0B2-5A5F-C2D4-BB42-CE34FA57804C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1" name="矩形 270">
                <a:extLst>
                  <a:ext uri="{FF2B5EF4-FFF2-40B4-BE49-F238E27FC236}">
                    <a16:creationId xmlns:a16="http://schemas.microsoft.com/office/drawing/2014/main" id="{85DD58CF-4445-C73F-2092-E2582231E3D6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2" name="矩形 271">
                <a:extLst>
                  <a:ext uri="{FF2B5EF4-FFF2-40B4-BE49-F238E27FC236}">
                    <a16:creationId xmlns:a16="http://schemas.microsoft.com/office/drawing/2014/main" id="{F8BABF77-697F-8237-F07A-31C4657E28D6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3" name="矩形 272">
                <a:extLst>
                  <a:ext uri="{FF2B5EF4-FFF2-40B4-BE49-F238E27FC236}">
                    <a16:creationId xmlns:a16="http://schemas.microsoft.com/office/drawing/2014/main" id="{8A231F79-D0FF-18F7-1DC6-A7F57D110498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4" name="矩形 273">
                <a:extLst>
                  <a:ext uri="{FF2B5EF4-FFF2-40B4-BE49-F238E27FC236}">
                    <a16:creationId xmlns:a16="http://schemas.microsoft.com/office/drawing/2014/main" id="{D93E2D2E-DA5C-9586-94E4-BFFC96EEECB9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5" name="矩形 274">
                <a:extLst>
                  <a:ext uri="{FF2B5EF4-FFF2-40B4-BE49-F238E27FC236}">
                    <a16:creationId xmlns:a16="http://schemas.microsoft.com/office/drawing/2014/main" id="{E0C9BFD3-1EBD-CDF0-8BD4-F97AED1ECACA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6" name="矩形 275">
                <a:extLst>
                  <a:ext uri="{FF2B5EF4-FFF2-40B4-BE49-F238E27FC236}">
                    <a16:creationId xmlns:a16="http://schemas.microsoft.com/office/drawing/2014/main" id="{C7AD99A5-98DA-1D70-36C2-7828E16C685C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7" name="矩形 276">
                <a:extLst>
                  <a:ext uri="{FF2B5EF4-FFF2-40B4-BE49-F238E27FC236}">
                    <a16:creationId xmlns:a16="http://schemas.microsoft.com/office/drawing/2014/main" id="{A1D7EDFF-ADD6-0D74-1ED6-7242DD1A2804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8" name="矩形 277">
                <a:extLst>
                  <a:ext uri="{FF2B5EF4-FFF2-40B4-BE49-F238E27FC236}">
                    <a16:creationId xmlns:a16="http://schemas.microsoft.com/office/drawing/2014/main" id="{1FEEC1A0-8E26-1DBD-CF00-774A23210D16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9" name="矩形 278">
                <a:extLst>
                  <a:ext uri="{FF2B5EF4-FFF2-40B4-BE49-F238E27FC236}">
                    <a16:creationId xmlns:a16="http://schemas.microsoft.com/office/drawing/2014/main" id="{A9C8070B-59EC-E825-92B1-38DE40E8B437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340" name="文本框 339">
            <a:extLst>
              <a:ext uri="{FF2B5EF4-FFF2-40B4-BE49-F238E27FC236}">
                <a16:creationId xmlns:a16="http://schemas.microsoft.com/office/drawing/2014/main" id="{5B567B15-2179-15B5-BB6F-BFC18499599F}"/>
              </a:ext>
            </a:extLst>
          </p:cNvPr>
          <p:cNvSpPr txBox="1"/>
          <p:nvPr/>
        </p:nvSpPr>
        <p:spPr>
          <a:xfrm>
            <a:off x="7342690" y="4139294"/>
            <a:ext cx="13227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User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Codebook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341" name="组合 340">
            <a:extLst>
              <a:ext uri="{FF2B5EF4-FFF2-40B4-BE49-F238E27FC236}">
                <a16:creationId xmlns:a16="http://schemas.microsoft.com/office/drawing/2014/main" id="{8B925787-CF70-50C7-FBD7-3FFACCFD78A8}"/>
              </a:ext>
            </a:extLst>
          </p:cNvPr>
          <p:cNvGrpSpPr/>
          <p:nvPr/>
        </p:nvGrpSpPr>
        <p:grpSpPr>
          <a:xfrm>
            <a:off x="10002959" y="3433053"/>
            <a:ext cx="1284052" cy="636505"/>
            <a:chOff x="9555474" y="3654819"/>
            <a:chExt cx="1284052" cy="636505"/>
          </a:xfrm>
        </p:grpSpPr>
        <p:grpSp>
          <p:nvGrpSpPr>
            <p:cNvPr id="342" name="组合 341">
              <a:extLst>
                <a:ext uri="{FF2B5EF4-FFF2-40B4-BE49-F238E27FC236}">
                  <a16:creationId xmlns:a16="http://schemas.microsoft.com/office/drawing/2014/main" id="{CEC50FF4-02A8-3F2D-6E5D-9B7ACC0C8463}"/>
                </a:ext>
              </a:extLst>
            </p:cNvPr>
            <p:cNvGrpSpPr/>
            <p:nvPr/>
          </p:nvGrpSpPr>
          <p:grpSpPr>
            <a:xfrm>
              <a:off x="9555474" y="3654819"/>
              <a:ext cx="1284052" cy="108000"/>
              <a:chOff x="8870728" y="6350431"/>
              <a:chExt cx="1284052" cy="108000"/>
            </a:xfrm>
          </p:grpSpPr>
          <p:sp>
            <p:nvSpPr>
              <p:cNvPr id="408" name="矩形 407">
                <a:extLst>
                  <a:ext uri="{FF2B5EF4-FFF2-40B4-BE49-F238E27FC236}">
                    <a16:creationId xmlns:a16="http://schemas.microsoft.com/office/drawing/2014/main" id="{124D6C11-1F93-714D-0EE7-E15241070D8C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09" name="矩形 408">
                <a:extLst>
                  <a:ext uri="{FF2B5EF4-FFF2-40B4-BE49-F238E27FC236}">
                    <a16:creationId xmlns:a16="http://schemas.microsoft.com/office/drawing/2014/main" id="{D1FD2517-1B3D-72DF-607B-632980E64622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0" name="矩形 409">
                <a:extLst>
                  <a:ext uri="{FF2B5EF4-FFF2-40B4-BE49-F238E27FC236}">
                    <a16:creationId xmlns:a16="http://schemas.microsoft.com/office/drawing/2014/main" id="{864CFD23-914D-0B06-0561-EA23BB0B7C30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1" name="矩形 410">
                <a:extLst>
                  <a:ext uri="{FF2B5EF4-FFF2-40B4-BE49-F238E27FC236}">
                    <a16:creationId xmlns:a16="http://schemas.microsoft.com/office/drawing/2014/main" id="{7749CE1A-2EEE-8CBA-C3F7-B5D26E489C18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2" name="矩形 411">
                <a:extLst>
                  <a:ext uri="{FF2B5EF4-FFF2-40B4-BE49-F238E27FC236}">
                    <a16:creationId xmlns:a16="http://schemas.microsoft.com/office/drawing/2014/main" id="{3E23FD72-9584-9C62-09CF-A6C0155B1026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3" name="矩形 412">
                <a:extLst>
                  <a:ext uri="{FF2B5EF4-FFF2-40B4-BE49-F238E27FC236}">
                    <a16:creationId xmlns:a16="http://schemas.microsoft.com/office/drawing/2014/main" id="{D4F23BE2-D050-8E4B-C2CE-AE645DAE87CF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4" name="矩形 413">
                <a:extLst>
                  <a:ext uri="{FF2B5EF4-FFF2-40B4-BE49-F238E27FC236}">
                    <a16:creationId xmlns:a16="http://schemas.microsoft.com/office/drawing/2014/main" id="{049D6A3F-3408-8FC4-6326-9A9529ED9A2C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5" name="矩形 414">
                <a:extLst>
                  <a:ext uri="{FF2B5EF4-FFF2-40B4-BE49-F238E27FC236}">
                    <a16:creationId xmlns:a16="http://schemas.microsoft.com/office/drawing/2014/main" id="{2022A36F-9C0B-066E-A8EE-73108D482F71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6" name="矩形 415">
                <a:extLst>
                  <a:ext uri="{FF2B5EF4-FFF2-40B4-BE49-F238E27FC236}">
                    <a16:creationId xmlns:a16="http://schemas.microsoft.com/office/drawing/2014/main" id="{D9097713-ECEF-9DA1-3FB7-A0C9B867AF1A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7" name="矩形 416">
                <a:extLst>
                  <a:ext uri="{FF2B5EF4-FFF2-40B4-BE49-F238E27FC236}">
                    <a16:creationId xmlns:a16="http://schemas.microsoft.com/office/drawing/2014/main" id="{9B3E1ED4-CAFF-84EC-5CF5-0B2148224AE1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8" name="矩形 417">
                <a:extLst>
                  <a:ext uri="{FF2B5EF4-FFF2-40B4-BE49-F238E27FC236}">
                    <a16:creationId xmlns:a16="http://schemas.microsoft.com/office/drawing/2014/main" id="{E945FF55-2F07-A045-26B5-67847ED5C52C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9" name="矩形 418">
                <a:extLst>
                  <a:ext uri="{FF2B5EF4-FFF2-40B4-BE49-F238E27FC236}">
                    <a16:creationId xmlns:a16="http://schemas.microsoft.com/office/drawing/2014/main" id="{4C7B371F-CE99-567C-B080-DAD91ED724DB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343" name="组合 342">
              <a:extLst>
                <a:ext uri="{FF2B5EF4-FFF2-40B4-BE49-F238E27FC236}">
                  <a16:creationId xmlns:a16="http://schemas.microsoft.com/office/drawing/2014/main" id="{F18295E0-DA05-CB3F-8705-B4BF2EE7B9DA}"/>
                </a:ext>
              </a:extLst>
            </p:cNvPr>
            <p:cNvGrpSpPr/>
            <p:nvPr/>
          </p:nvGrpSpPr>
          <p:grpSpPr>
            <a:xfrm>
              <a:off x="9555474" y="3760520"/>
              <a:ext cx="1284052" cy="108000"/>
              <a:chOff x="8870728" y="6350431"/>
              <a:chExt cx="1284052" cy="108000"/>
            </a:xfrm>
          </p:grpSpPr>
          <p:sp>
            <p:nvSpPr>
              <p:cNvPr id="396" name="矩形 395">
                <a:extLst>
                  <a:ext uri="{FF2B5EF4-FFF2-40B4-BE49-F238E27FC236}">
                    <a16:creationId xmlns:a16="http://schemas.microsoft.com/office/drawing/2014/main" id="{98EC7886-C8C1-F990-5483-C00BFA6F64CA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97" name="矩形 396">
                <a:extLst>
                  <a:ext uri="{FF2B5EF4-FFF2-40B4-BE49-F238E27FC236}">
                    <a16:creationId xmlns:a16="http://schemas.microsoft.com/office/drawing/2014/main" id="{2D2C0CD3-5B5B-A710-89AE-838A5ED934B4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98" name="矩形 397">
                <a:extLst>
                  <a:ext uri="{FF2B5EF4-FFF2-40B4-BE49-F238E27FC236}">
                    <a16:creationId xmlns:a16="http://schemas.microsoft.com/office/drawing/2014/main" id="{D9723402-7FC5-5D0C-5ACB-CD68252D9F9C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99" name="矩形 398">
                <a:extLst>
                  <a:ext uri="{FF2B5EF4-FFF2-40B4-BE49-F238E27FC236}">
                    <a16:creationId xmlns:a16="http://schemas.microsoft.com/office/drawing/2014/main" id="{8BAD410C-AA54-A541-62EF-F3854C5D3146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00" name="矩形 399">
                <a:extLst>
                  <a:ext uri="{FF2B5EF4-FFF2-40B4-BE49-F238E27FC236}">
                    <a16:creationId xmlns:a16="http://schemas.microsoft.com/office/drawing/2014/main" id="{5955E85B-0E18-693F-23B7-27BF9C66C743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01" name="矩形 400">
                <a:extLst>
                  <a:ext uri="{FF2B5EF4-FFF2-40B4-BE49-F238E27FC236}">
                    <a16:creationId xmlns:a16="http://schemas.microsoft.com/office/drawing/2014/main" id="{3048AB3B-62E2-F38E-3023-D5E88C0CDF0E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02" name="矩形 401">
                <a:extLst>
                  <a:ext uri="{FF2B5EF4-FFF2-40B4-BE49-F238E27FC236}">
                    <a16:creationId xmlns:a16="http://schemas.microsoft.com/office/drawing/2014/main" id="{7E382BB5-8084-AD49-F5F5-C533A2AA7D90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03" name="矩形 402">
                <a:extLst>
                  <a:ext uri="{FF2B5EF4-FFF2-40B4-BE49-F238E27FC236}">
                    <a16:creationId xmlns:a16="http://schemas.microsoft.com/office/drawing/2014/main" id="{03374A85-BB7A-ABED-DB1B-771D582DBEC1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04" name="矩形 403">
                <a:extLst>
                  <a:ext uri="{FF2B5EF4-FFF2-40B4-BE49-F238E27FC236}">
                    <a16:creationId xmlns:a16="http://schemas.microsoft.com/office/drawing/2014/main" id="{C2C96439-7435-A6A8-2FF7-10316EBCD96D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05" name="矩形 404">
                <a:extLst>
                  <a:ext uri="{FF2B5EF4-FFF2-40B4-BE49-F238E27FC236}">
                    <a16:creationId xmlns:a16="http://schemas.microsoft.com/office/drawing/2014/main" id="{8A2C6AD2-2757-5346-A057-724B28A77641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06" name="矩形 405">
                <a:extLst>
                  <a:ext uri="{FF2B5EF4-FFF2-40B4-BE49-F238E27FC236}">
                    <a16:creationId xmlns:a16="http://schemas.microsoft.com/office/drawing/2014/main" id="{3006C6C5-81AE-606E-7D84-08E8AAE33D9E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07" name="矩形 406">
                <a:extLst>
                  <a:ext uri="{FF2B5EF4-FFF2-40B4-BE49-F238E27FC236}">
                    <a16:creationId xmlns:a16="http://schemas.microsoft.com/office/drawing/2014/main" id="{E70F4818-4C7F-3329-A2CE-BA542D4A8DC9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344" name="组合 343">
              <a:extLst>
                <a:ext uri="{FF2B5EF4-FFF2-40B4-BE49-F238E27FC236}">
                  <a16:creationId xmlns:a16="http://schemas.microsoft.com/office/drawing/2014/main" id="{7EE18811-41CB-1204-77C1-F0FA7758C53A}"/>
                </a:ext>
              </a:extLst>
            </p:cNvPr>
            <p:cNvGrpSpPr/>
            <p:nvPr/>
          </p:nvGrpSpPr>
          <p:grpSpPr>
            <a:xfrm>
              <a:off x="9555474" y="3866221"/>
              <a:ext cx="1284052" cy="108000"/>
              <a:chOff x="8870728" y="6350431"/>
              <a:chExt cx="1284052" cy="108000"/>
            </a:xfrm>
          </p:grpSpPr>
          <p:sp>
            <p:nvSpPr>
              <p:cNvPr id="384" name="矩形 383">
                <a:extLst>
                  <a:ext uri="{FF2B5EF4-FFF2-40B4-BE49-F238E27FC236}">
                    <a16:creationId xmlns:a16="http://schemas.microsoft.com/office/drawing/2014/main" id="{B3DCB35D-D347-3BAF-2B24-26568B6B7EA1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85" name="矩形 384">
                <a:extLst>
                  <a:ext uri="{FF2B5EF4-FFF2-40B4-BE49-F238E27FC236}">
                    <a16:creationId xmlns:a16="http://schemas.microsoft.com/office/drawing/2014/main" id="{EDA0C477-9AD2-9250-FB11-F7A013AEFC6D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6" name="矩形 385">
                <a:extLst>
                  <a:ext uri="{FF2B5EF4-FFF2-40B4-BE49-F238E27FC236}">
                    <a16:creationId xmlns:a16="http://schemas.microsoft.com/office/drawing/2014/main" id="{74534BB6-9CC2-9A50-553F-7A103A1F5A9B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7" name="矩形 386">
                <a:extLst>
                  <a:ext uri="{FF2B5EF4-FFF2-40B4-BE49-F238E27FC236}">
                    <a16:creationId xmlns:a16="http://schemas.microsoft.com/office/drawing/2014/main" id="{0671E185-72C8-4FA1-076D-1C3A35ADF982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8" name="矩形 387">
                <a:extLst>
                  <a:ext uri="{FF2B5EF4-FFF2-40B4-BE49-F238E27FC236}">
                    <a16:creationId xmlns:a16="http://schemas.microsoft.com/office/drawing/2014/main" id="{BACBE584-DED0-5D86-14C6-46FB39AF7711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9" name="矩形 388">
                <a:extLst>
                  <a:ext uri="{FF2B5EF4-FFF2-40B4-BE49-F238E27FC236}">
                    <a16:creationId xmlns:a16="http://schemas.microsoft.com/office/drawing/2014/main" id="{A72890B6-DC99-E6C9-FCC5-E5E84855E6AB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90" name="矩形 389">
                <a:extLst>
                  <a:ext uri="{FF2B5EF4-FFF2-40B4-BE49-F238E27FC236}">
                    <a16:creationId xmlns:a16="http://schemas.microsoft.com/office/drawing/2014/main" id="{D184A6CD-CC02-8C4B-84DF-B4BA8BF972DF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91" name="矩形 390">
                <a:extLst>
                  <a:ext uri="{FF2B5EF4-FFF2-40B4-BE49-F238E27FC236}">
                    <a16:creationId xmlns:a16="http://schemas.microsoft.com/office/drawing/2014/main" id="{69B89381-87AD-A956-E57A-AC8D6A0BDD69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92" name="矩形 391">
                <a:extLst>
                  <a:ext uri="{FF2B5EF4-FFF2-40B4-BE49-F238E27FC236}">
                    <a16:creationId xmlns:a16="http://schemas.microsoft.com/office/drawing/2014/main" id="{0F4E9A8C-6E19-AEF7-BF7A-580567802F30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93" name="矩形 392">
                <a:extLst>
                  <a:ext uri="{FF2B5EF4-FFF2-40B4-BE49-F238E27FC236}">
                    <a16:creationId xmlns:a16="http://schemas.microsoft.com/office/drawing/2014/main" id="{1E56676B-1A35-284E-1E16-88DF465C47FD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94" name="矩形 393">
                <a:extLst>
                  <a:ext uri="{FF2B5EF4-FFF2-40B4-BE49-F238E27FC236}">
                    <a16:creationId xmlns:a16="http://schemas.microsoft.com/office/drawing/2014/main" id="{B8915301-DD63-C720-38DC-4B95530019E7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95" name="矩形 394">
                <a:extLst>
                  <a:ext uri="{FF2B5EF4-FFF2-40B4-BE49-F238E27FC236}">
                    <a16:creationId xmlns:a16="http://schemas.microsoft.com/office/drawing/2014/main" id="{DDCF185F-20DA-83C8-3AD9-436CF7773936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345" name="组合 344">
              <a:extLst>
                <a:ext uri="{FF2B5EF4-FFF2-40B4-BE49-F238E27FC236}">
                  <a16:creationId xmlns:a16="http://schemas.microsoft.com/office/drawing/2014/main" id="{A37C21F3-EC4B-D99E-A559-8C509034128F}"/>
                </a:ext>
              </a:extLst>
            </p:cNvPr>
            <p:cNvGrpSpPr/>
            <p:nvPr/>
          </p:nvGrpSpPr>
          <p:grpSpPr>
            <a:xfrm>
              <a:off x="9555474" y="3971922"/>
              <a:ext cx="1284052" cy="108000"/>
              <a:chOff x="8870728" y="6350431"/>
              <a:chExt cx="1284052" cy="108000"/>
            </a:xfrm>
          </p:grpSpPr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74024819-FD9A-40D2-BA3C-C3C07B865233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73" name="矩形 372">
                <a:extLst>
                  <a:ext uri="{FF2B5EF4-FFF2-40B4-BE49-F238E27FC236}">
                    <a16:creationId xmlns:a16="http://schemas.microsoft.com/office/drawing/2014/main" id="{171DC541-488D-0797-12F5-0F28BC4F379B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74" name="矩形 373">
                <a:extLst>
                  <a:ext uri="{FF2B5EF4-FFF2-40B4-BE49-F238E27FC236}">
                    <a16:creationId xmlns:a16="http://schemas.microsoft.com/office/drawing/2014/main" id="{00AA696F-7351-D249-0750-CCD503584277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75" name="矩形 374">
                <a:extLst>
                  <a:ext uri="{FF2B5EF4-FFF2-40B4-BE49-F238E27FC236}">
                    <a16:creationId xmlns:a16="http://schemas.microsoft.com/office/drawing/2014/main" id="{C3F815E6-DADC-E1C4-5E17-AD4E3F232639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76" name="矩形 375">
                <a:extLst>
                  <a:ext uri="{FF2B5EF4-FFF2-40B4-BE49-F238E27FC236}">
                    <a16:creationId xmlns:a16="http://schemas.microsoft.com/office/drawing/2014/main" id="{26023907-914C-AEAD-EF25-599490CE3DA9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77" name="矩形 376">
                <a:extLst>
                  <a:ext uri="{FF2B5EF4-FFF2-40B4-BE49-F238E27FC236}">
                    <a16:creationId xmlns:a16="http://schemas.microsoft.com/office/drawing/2014/main" id="{B2ADE96C-F122-9BC1-4FF6-477660B81AC9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78" name="矩形 377">
                <a:extLst>
                  <a:ext uri="{FF2B5EF4-FFF2-40B4-BE49-F238E27FC236}">
                    <a16:creationId xmlns:a16="http://schemas.microsoft.com/office/drawing/2014/main" id="{ECD60B45-B5B4-A36B-E161-F67DD1FCD87C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79" name="矩形 378">
                <a:extLst>
                  <a:ext uri="{FF2B5EF4-FFF2-40B4-BE49-F238E27FC236}">
                    <a16:creationId xmlns:a16="http://schemas.microsoft.com/office/drawing/2014/main" id="{07E510BC-ED96-347A-9E2D-CDAD98591186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0" name="矩形 379">
                <a:extLst>
                  <a:ext uri="{FF2B5EF4-FFF2-40B4-BE49-F238E27FC236}">
                    <a16:creationId xmlns:a16="http://schemas.microsoft.com/office/drawing/2014/main" id="{6B1F4AD2-15B8-2866-53D3-BBB1385879B8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1" name="矩形 380">
                <a:extLst>
                  <a:ext uri="{FF2B5EF4-FFF2-40B4-BE49-F238E27FC236}">
                    <a16:creationId xmlns:a16="http://schemas.microsoft.com/office/drawing/2014/main" id="{600AFC7B-744C-5A5F-E6BE-1760F91D6DCD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2" name="矩形 381">
                <a:extLst>
                  <a:ext uri="{FF2B5EF4-FFF2-40B4-BE49-F238E27FC236}">
                    <a16:creationId xmlns:a16="http://schemas.microsoft.com/office/drawing/2014/main" id="{3863701B-D3D7-4897-078F-3E7EC1836F02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3" name="矩形 382">
                <a:extLst>
                  <a:ext uri="{FF2B5EF4-FFF2-40B4-BE49-F238E27FC236}">
                    <a16:creationId xmlns:a16="http://schemas.microsoft.com/office/drawing/2014/main" id="{23EF547A-F782-95A8-564F-309746D9C763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346" name="组合 345">
              <a:extLst>
                <a:ext uri="{FF2B5EF4-FFF2-40B4-BE49-F238E27FC236}">
                  <a16:creationId xmlns:a16="http://schemas.microsoft.com/office/drawing/2014/main" id="{F7C0DC37-70C0-C4E4-86D2-4CD5040139CD}"/>
                </a:ext>
              </a:extLst>
            </p:cNvPr>
            <p:cNvGrpSpPr/>
            <p:nvPr/>
          </p:nvGrpSpPr>
          <p:grpSpPr>
            <a:xfrm>
              <a:off x="9555474" y="4077623"/>
              <a:ext cx="1284052" cy="108000"/>
              <a:chOff x="8870728" y="6350431"/>
              <a:chExt cx="1284052" cy="108000"/>
            </a:xfrm>
          </p:grpSpPr>
          <p:sp>
            <p:nvSpPr>
              <p:cNvPr id="360" name="矩形 359">
                <a:extLst>
                  <a:ext uri="{FF2B5EF4-FFF2-40B4-BE49-F238E27FC236}">
                    <a16:creationId xmlns:a16="http://schemas.microsoft.com/office/drawing/2014/main" id="{73A23844-B135-BD22-013E-82EAB32F7D8A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61" name="矩形 360">
                <a:extLst>
                  <a:ext uri="{FF2B5EF4-FFF2-40B4-BE49-F238E27FC236}">
                    <a16:creationId xmlns:a16="http://schemas.microsoft.com/office/drawing/2014/main" id="{D5A0A3D9-EDA1-429D-B3A6-F87FE57A8D8F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62" name="矩形 361">
                <a:extLst>
                  <a:ext uri="{FF2B5EF4-FFF2-40B4-BE49-F238E27FC236}">
                    <a16:creationId xmlns:a16="http://schemas.microsoft.com/office/drawing/2014/main" id="{D4E56B2F-623F-AD5A-4F76-FC65AF56F08D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63" name="矩形 362">
                <a:extLst>
                  <a:ext uri="{FF2B5EF4-FFF2-40B4-BE49-F238E27FC236}">
                    <a16:creationId xmlns:a16="http://schemas.microsoft.com/office/drawing/2014/main" id="{7237EFFD-4F04-26B4-AE2D-D6A12ECC2619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64" name="矩形 363">
                <a:extLst>
                  <a:ext uri="{FF2B5EF4-FFF2-40B4-BE49-F238E27FC236}">
                    <a16:creationId xmlns:a16="http://schemas.microsoft.com/office/drawing/2014/main" id="{21229B7A-2267-8F24-07CB-74C4876FE473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65" name="矩形 364">
                <a:extLst>
                  <a:ext uri="{FF2B5EF4-FFF2-40B4-BE49-F238E27FC236}">
                    <a16:creationId xmlns:a16="http://schemas.microsoft.com/office/drawing/2014/main" id="{0550E448-FBDE-6649-5574-0321DC5429F4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66" name="矩形 365">
                <a:extLst>
                  <a:ext uri="{FF2B5EF4-FFF2-40B4-BE49-F238E27FC236}">
                    <a16:creationId xmlns:a16="http://schemas.microsoft.com/office/drawing/2014/main" id="{23DA73E2-F014-1B55-996A-B8DFF3E15816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67" name="矩形 366">
                <a:extLst>
                  <a:ext uri="{FF2B5EF4-FFF2-40B4-BE49-F238E27FC236}">
                    <a16:creationId xmlns:a16="http://schemas.microsoft.com/office/drawing/2014/main" id="{D4A76DFC-21BD-94E7-3ED4-A36460F42B60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68" name="矩形 367">
                <a:extLst>
                  <a:ext uri="{FF2B5EF4-FFF2-40B4-BE49-F238E27FC236}">
                    <a16:creationId xmlns:a16="http://schemas.microsoft.com/office/drawing/2014/main" id="{D0E4EFD8-1C96-A8C6-9FEA-519744F842FC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69" name="矩形 368">
                <a:extLst>
                  <a:ext uri="{FF2B5EF4-FFF2-40B4-BE49-F238E27FC236}">
                    <a16:creationId xmlns:a16="http://schemas.microsoft.com/office/drawing/2014/main" id="{6153CA0E-11CB-3E99-3EB8-0744E19711E4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70" name="矩形 369">
                <a:extLst>
                  <a:ext uri="{FF2B5EF4-FFF2-40B4-BE49-F238E27FC236}">
                    <a16:creationId xmlns:a16="http://schemas.microsoft.com/office/drawing/2014/main" id="{9AC8643D-928E-AFFC-0303-3C154385D26B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71" name="矩形 370">
                <a:extLst>
                  <a:ext uri="{FF2B5EF4-FFF2-40B4-BE49-F238E27FC236}">
                    <a16:creationId xmlns:a16="http://schemas.microsoft.com/office/drawing/2014/main" id="{94C0353F-6E7E-8E46-E12C-F9A048FAAC8B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347" name="组合 346">
              <a:extLst>
                <a:ext uri="{FF2B5EF4-FFF2-40B4-BE49-F238E27FC236}">
                  <a16:creationId xmlns:a16="http://schemas.microsoft.com/office/drawing/2014/main" id="{DC9E5B65-AC2F-BBA2-535F-50673B518B98}"/>
                </a:ext>
              </a:extLst>
            </p:cNvPr>
            <p:cNvGrpSpPr/>
            <p:nvPr/>
          </p:nvGrpSpPr>
          <p:grpSpPr>
            <a:xfrm>
              <a:off x="9555474" y="4183324"/>
              <a:ext cx="1284052" cy="108000"/>
              <a:chOff x="8870728" y="6350431"/>
              <a:chExt cx="1284052" cy="108000"/>
            </a:xfrm>
          </p:grpSpPr>
          <p:sp>
            <p:nvSpPr>
              <p:cNvPr id="348" name="矩形 347">
                <a:extLst>
                  <a:ext uri="{FF2B5EF4-FFF2-40B4-BE49-F238E27FC236}">
                    <a16:creationId xmlns:a16="http://schemas.microsoft.com/office/drawing/2014/main" id="{FFF02FA3-8795-0511-A9DE-D1DA4876F79A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49" name="矩形 348">
                <a:extLst>
                  <a:ext uri="{FF2B5EF4-FFF2-40B4-BE49-F238E27FC236}">
                    <a16:creationId xmlns:a16="http://schemas.microsoft.com/office/drawing/2014/main" id="{E89F9441-246E-FD87-F2EA-893AF4EB8BD4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0" name="矩形 349">
                <a:extLst>
                  <a:ext uri="{FF2B5EF4-FFF2-40B4-BE49-F238E27FC236}">
                    <a16:creationId xmlns:a16="http://schemas.microsoft.com/office/drawing/2014/main" id="{F23A5BF5-945F-3DC8-A2E2-00C9EFD59DD7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1" name="矩形 350">
                <a:extLst>
                  <a:ext uri="{FF2B5EF4-FFF2-40B4-BE49-F238E27FC236}">
                    <a16:creationId xmlns:a16="http://schemas.microsoft.com/office/drawing/2014/main" id="{E83C7B91-3D76-507A-43C0-EADF540A7EB1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2" name="矩形 351">
                <a:extLst>
                  <a:ext uri="{FF2B5EF4-FFF2-40B4-BE49-F238E27FC236}">
                    <a16:creationId xmlns:a16="http://schemas.microsoft.com/office/drawing/2014/main" id="{7E757381-6F9D-267B-C39D-20252D0C6BD9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3" name="矩形 352">
                <a:extLst>
                  <a:ext uri="{FF2B5EF4-FFF2-40B4-BE49-F238E27FC236}">
                    <a16:creationId xmlns:a16="http://schemas.microsoft.com/office/drawing/2014/main" id="{065AF216-F7B8-90F3-7403-A103A8455FF6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4" name="矩形 353">
                <a:extLst>
                  <a:ext uri="{FF2B5EF4-FFF2-40B4-BE49-F238E27FC236}">
                    <a16:creationId xmlns:a16="http://schemas.microsoft.com/office/drawing/2014/main" id="{EF5DFEB6-D48A-CC9F-C714-11342093B188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5" name="矩形 354">
                <a:extLst>
                  <a:ext uri="{FF2B5EF4-FFF2-40B4-BE49-F238E27FC236}">
                    <a16:creationId xmlns:a16="http://schemas.microsoft.com/office/drawing/2014/main" id="{71701083-AF10-5B07-60CD-752D75448F59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6" name="矩形 355">
                <a:extLst>
                  <a:ext uri="{FF2B5EF4-FFF2-40B4-BE49-F238E27FC236}">
                    <a16:creationId xmlns:a16="http://schemas.microsoft.com/office/drawing/2014/main" id="{7B279C58-0C1E-E688-6897-231E10189880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7" name="矩形 356">
                <a:extLst>
                  <a:ext uri="{FF2B5EF4-FFF2-40B4-BE49-F238E27FC236}">
                    <a16:creationId xmlns:a16="http://schemas.microsoft.com/office/drawing/2014/main" id="{58DFDA35-7E19-E950-9279-F5E2902B9DF3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8" name="矩形 357">
                <a:extLst>
                  <a:ext uri="{FF2B5EF4-FFF2-40B4-BE49-F238E27FC236}">
                    <a16:creationId xmlns:a16="http://schemas.microsoft.com/office/drawing/2014/main" id="{CD06DB19-9264-D5AF-28FB-40E11A6D7BE3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9" name="矩形 358">
                <a:extLst>
                  <a:ext uri="{FF2B5EF4-FFF2-40B4-BE49-F238E27FC236}">
                    <a16:creationId xmlns:a16="http://schemas.microsoft.com/office/drawing/2014/main" id="{777F1D17-4DAA-268E-E777-45234C6B0888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420" name="组合 419">
            <a:extLst>
              <a:ext uri="{FF2B5EF4-FFF2-40B4-BE49-F238E27FC236}">
                <a16:creationId xmlns:a16="http://schemas.microsoft.com/office/drawing/2014/main" id="{8FB4C0FD-C789-59DB-A3CB-30241B8FD25F}"/>
              </a:ext>
            </a:extLst>
          </p:cNvPr>
          <p:cNvGrpSpPr/>
          <p:nvPr/>
        </p:nvGrpSpPr>
        <p:grpSpPr>
          <a:xfrm>
            <a:off x="8680802" y="3442337"/>
            <a:ext cx="1284052" cy="636505"/>
            <a:chOff x="9555474" y="3654819"/>
            <a:chExt cx="1284052" cy="636505"/>
          </a:xfrm>
        </p:grpSpPr>
        <p:grpSp>
          <p:nvGrpSpPr>
            <p:cNvPr id="421" name="组合 420">
              <a:extLst>
                <a:ext uri="{FF2B5EF4-FFF2-40B4-BE49-F238E27FC236}">
                  <a16:creationId xmlns:a16="http://schemas.microsoft.com/office/drawing/2014/main" id="{E3FEE1FF-AE8E-AAF3-CD33-767509387C62}"/>
                </a:ext>
              </a:extLst>
            </p:cNvPr>
            <p:cNvGrpSpPr/>
            <p:nvPr/>
          </p:nvGrpSpPr>
          <p:grpSpPr>
            <a:xfrm>
              <a:off x="9555474" y="3654819"/>
              <a:ext cx="1284052" cy="108000"/>
              <a:chOff x="8870728" y="6350431"/>
              <a:chExt cx="1284052" cy="108000"/>
            </a:xfrm>
          </p:grpSpPr>
          <p:sp>
            <p:nvSpPr>
              <p:cNvPr id="487" name="矩形 486">
                <a:extLst>
                  <a:ext uri="{FF2B5EF4-FFF2-40B4-BE49-F238E27FC236}">
                    <a16:creationId xmlns:a16="http://schemas.microsoft.com/office/drawing/2014/main" id="{0944358F-17D6-A778-4BCF-46281C5F6348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88" name="矩形 487">
                <a:extLst>
                  <a:ext uri="{FF2B5EF4-FFF2-40B4-BE49-F238E27FC236}">
                    <a16:creationId xmlns:a16="http://schemas.microsoft.com/office/drawing/2014/main" id="{0A9309F8-972B-A026-23AC-B8BA03472691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89" name="矩形 488">
                <a:extLst>
                  <a:ext uri="{FF2B5EF4-FFF2-40B4-BE49-F238E27FC236}">
                    <a16:creationId xmlns:a16="http://schemas.microsoft.com/office/drawing/2014/main" id="{D665F881-8330-E061-A7AF-C9E702E4C60C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90" name="矩形 489">
                <a:extLst>
                  <a:ext uri="{FF2B5EF4-FFF2-40B4-BE49-F238E27FC236}">
                    <a16:creationId xmlns:a16="http://schemas.microsoft.com/office/drawing/2014/main" id="{251005EB-4080-7764-2287-6F866A090552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91" name="矩形 490">
                <a:extLst>
                  <a:ext uri="{FF2B5EF4-FFF2-40B4-BE49-F238E27FC236}">
                    <a16:creationId xmlns:a16="http://schemas.microsoft.com/office/drawing/2014/main" id="{11CFE2B0-53E4-2BF2-6397-04B4C3325B60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92" name="矩形 491">
                <a:extLst>
                  <a:ext uri="{FF2B5EF4-FFF2-40B4-BE49-F238E27FC236}">
                    <a16:creationId xmlns:a16="http://schemas.microsoft.com/office/drawing/2014/main" id="{EACE9C41-403E-E598-107B-34224314D78D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93" name="矩形 492">
                <a:extLst>
                  <a:ext uri="{FF2B5EF4-FFF2-40B4-BE49-F238E27FC236}">
                    <a16:creationId xmlns:a16="http://schemas.microsoft.com/office/drawing/2014/main" id="{5C9439A8-8EEC-C6AA-EAE6-A93EABC9ECDB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94" name="矩形 493">
                <a:extLst>
                  <a:ext uri="{FF2B5EF4-FFF2-40B4-BE49-F238E27FC236}">
                    <a16:creationId xmlns:a16="http://schemas.microsoft.com/office/drawing/2014/main" id="{9E833E4B-57C9-84FA-AE6C-7A10A550F041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95" name="矩形 494">
                <a:extLst>
                  <a:ext uri="{FF2B5EF4-FFF2-40B4-BE49-F238E27FC236}">
                    <a16:creationId xmlns:a16="http://schemas.microsoft.com/office/drawing/2014/main" id="{D01F97C0-440E-C954-FF45-EF8242859013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96" name="矩形 495">
                <a:extLst>
                  <a:ext uri="{FF2B5EF4-FFF2-40B4-BE49-F238E27FC236}">
                    <a16:creationId xmlns:a16="http://schemas.microsoft.com/office/drawing/2014/main" id="{300DD101-5033-6229-3BFF-1A36733B2F0E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97" name="矩形 496">
                <a:extLst>
                  <a:ext uri="{FF2B5EF4-FFF2-40B4-BE49-F238E27FC236}">
                    <a16:creationId xmlns:a16="http://schemas.microsoft.com/office/drawing/2014/main" id="{3DE41205-0D9D-E965-C425-6860B951A012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98" name="矩形 497">
                <a:extLst>
                  <a:ext uri="{FF2B5EF4-FFF2-40B4-BE49-F238E27FC236}">
                    <a16:creationId xmlns:a16="http://schemas.microsoft.com/office/drawing/2014/main" id="{3279C5AE-71D7-F6D9-C9E4-23B636DB2699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422" name="组合 421">
              <a:extLst>
                <a:ext uri="{FF2B5EF4-FFF2-40B4-BE49-F238E27FC236}">
                  <a16:creationId xmlns:a16="http://schemas.microsoft.com/office/drawing/2014/main" id="{5011DD91-81BB-7417-DDA7-406B45DBAD24}"/>
                </a:ext>
              </a:extLst>
            </p:cNvPr>
            <p:cNvGrpSpPr/>
            <p:nvPr/>
          </p:nvGrpSpPr>
          <p:grpSpPr>
            <a:xfrm>
              <a:off x="9555474" y="3760520"/>
              <a:ext cx="1284052" cy="108000"/>
              <a:chOff x="8870728" y="6350431"/>
              <a:chExt cx="1284052" cy="108000"/>
            </a:xfrm>
          </p:grpSpPr>
          <p:sp>
            <p:nvSpPr>
              <p:cNvPr id="475" name="矩形 474">
                <a:extLst>
                  <a:ext uri="{FF2B5EF4-FFF2-40B4-BE49-F238E27FC236}">
                    <a16:creationId xmlns:a16="http://schemas.microsoft.com/office/drawing/2014/main" id="{8042E31D-F060-C2CC-FA50-1FECEF8D4470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76" name="矩形 475">
                <a:extLst>
                  <a:ext uri="{FF2B5EF4-FFF2-40B4-BE49-F238E27FC236}">
                    <a16:creationId xmlns:a16="http://schemas.microsoft.com/office/drawing/2014/main" id="{55BD1CA0-FF11-8F99-CE92-2F8693C38B07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77" name="矩形 476">
                <a:extLst>
                  <a:ext uri="{FF2B5EF4-FFF2-40B4-BE49-F238E27FC236}">
                    <a16:creationId xmlns:a16="http://schemas.microsoft.com/office/drawing/2014/main" id="{62067619-9CBA-5C2E-D341-87E41913924C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78" name="矩形 477">
                <a:extLst>
                  <a:ext uri="{FF2B5EF4-FFF2-40B4-BE49-F238E27FC236}">
                    <a16:creationId xmlns:a16="http://schemas.microsoft.com/office/drawing/2014/main" id="{B4268003-8F4A-2D85-375E-E3622BC44E18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79" name="矩形 478">
                <a:extLst>
                  <a:ext uri="{FF2B5EF4-FFF2-40B4-BE49-F238E27FC236}">
                    <a16:creationId xmlns:a16="http://schemas.microsoft.com/office/drawing/2014/main" id="{DFF8FE67-4B9F-2E87-AEB6-74F17E41FBD5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80" name="矩形 479">
                <a:extLst>
                  <a:ext uri="{FF2B5EF4-FFF2-40B4-BE49-F238E27FC236}">
                    <a16:creationId xmlns:a16="http://schemas.microsoft.com/office/drawing/2014/main" id="{E4330915-AE64-F788-C2F1-6EE7A84580A3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81" name="矩形 480">
                <a:extLst>
                  <a:ext uri="{FF2B5EF4-FFF2-40B4-BE49-F238E27FC236}">
                    <a16:creationId xmlns:a16="http://schemas.microsoft.com/office/drawing/2014/main" id="{99FAF049-2042-2971-DB9F-F02499291F1D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82" name="矩形 481">
                <a:extLst>
                  <a:ext uri="{FF2B5EF4-FFF2-40B4-BE49-F238E27FC236}">
                    <a16:creationId xmlns:a16="http://schemas.microsoft.com/office/drawing/2014/main" id="{49F4EB2F-9BAE-F6A2-1B48-3D018F9E23B8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83" name="矩形 482">
                <a:extLst>
                  <a:ext uri="{FF2B5EF4-FFF2-40B4-BE49-F238E27FC236}">
                    <a16:creationId xmlns:a16="http://schemas.microsoft.com/office/drawing/2014/main" id="{20BDD1D8-A88F-74D0-C6BA-4DE5F3F95ACD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84" name="矩形 483">
                <a:extLst>
                  <a:ext uri="{FF2B5EF4-FFF2-40B4-BE49-F238E27FC236}">
                    <a16:creationId xmlns:a16="http://schemas.microsoft.com/office/drawing/2014/main" id="{500639BB-2538-1D36-F3A0-FD23D03CBD60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85" name="矩形 484">
                <a:extLst>
                  <a:ext uri="{FF2B5EF4-FFF2-40B4-BE49-F238E27FC236}">
                    <a16:creationId xmlns:a16="http://schemas.microsoft.com/office/drawing/2014/main" id="{2D2F79B6-E89F-0804-D4B7-F408A18523E5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86" name="矩形 485">
                <a:extLst>
                  <a:ext uri="{FF2B5EF4-FFF2-40B4-BE49-F238E27FC236}">
                    <a16:creationId xmlns:a16="http://schemas.microsoft.com/office/drawing/2014/main" id="{E9AEA25D-04B6-E3F8-A7AE-053DC1AF4E96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423" name="组合 422">
              <a:extLst>
                <a:ext uri="{FF2B5EF4-FFF2-40B4-BE49-F238E27FC236}">
                  <a16:creationId xmlns:a16="http://schemas.microsoft.com/office/drawing/2014/main" id="{038E5853-030B-2C64-9026-6C9F8E679C9D}"/>
                </a:ext>
              </a:extLst>
            </p:cNvPr>
            <p:cNvGrpSpPr/>
            <p:nvPr/>
          </p:nvGrpSpPr>
          <p:grpSpPr>
            <a:xfrm>
              <a:off x="9555474" y="3866221"/>
              <a:ext cx="1284052" cy="108000"/>
              <a:chOff x="8870728" y="6350431"/>
              <a:chExt cx="1284052" cy="108000"/>
            </a:xfrm>
          </p:grpSpPr>
          <p:sp>
            <p:nvSpPr>
              <p:cNvPr id="463" name="矩形 462">
                <a:extLst>
                  <a:ext uri="{FF2B5EF4-FFF2-40B4-BE49-F238E27FC236}">
                    <a16:creationId xmlns:a16="http://schemas.microsoft.com/office/drawing/2014/main" id="{06AAB1D1-011E-3907-8E83-D72317B32777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64" name="矩形 463">
                <a:extLst>
                  <a:ext uri="{FF2B5EF4-FFF2-40B4-BE49-F238E27FC236}">
                    <a16:creationId xmlns:a16="http://schemas.microsoft.com/office/drawing/2014/main" id="{44235C5C-6991-3E77-1F33-597869A822F9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65" name="矩形 464">
                <a:extLst>
                  <a:ext uri="{FF2B5EF4-FFF2-40B4-BE49-F238E27FC236}">
                    <a16:creationId xmlns:a16="http://schemas.microsoft.com/office/drawing/2014/main" id="{84379260-DB8D-A349-3B20-B4B4698755E5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66" name="矩形 465">
                <a:extLst>
                  <a:ext uri="{FF2B5EF4-FFF2-40B4-BE49-F238E27FC236}">
                    <a16:creationId xmlns:a16="http://schemas.microsoft.com/office/drawing/2014/main" id="{77963E1F-56E1-5DEC-F189-2A8E9AAE3976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67" name="矩形 466">
                <a:extLst>
                  <a:ext uri="{FF2B5EF4-FFF2-40B4-BE49-F238E27FC236}">
                    <a16:creationId xmlns:a16="http://schemas.microsoft.com/office/drawing/2014/main" id="{B65300E8-7B77-971A-B9E3-59126BBB7D35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68" name="矩形 467">
                <a:extLst>
                  <a:ext uri="{FF2B5EF4-FFF2-40B4-BE49-F238E27FC236}">
                    <a16:creationId xmlns:a16="http://schemas.microsoft.com/office/drawing/2014/main" id="{E45E19E4-035C-76C4-75D6-494685055116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69" name="矩形 468">
                <a:extLst>
                  <a:ext uri="{FF2B5EF4-FFF2-40B4-BE49-F238E27FC236}">
                    <a16:creationId xmlns:a16="http://schemas.microsoft.com/office/drawing/2014/main" id="{FF092A4B-0C55-FFBF-491C-979CB72B16AF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70" name="矩形 469">
                <a:extLst>
                  <a:ext uri="{FF2B5EF4-FFF2-40B4-BE49-F238E27FC236}">
                    <a16:creationId xmlns:a16="http://schemas.microsoft.com/office/drawing/2014/main" id="{52518CAB-7227-13CD-FF60-E23047E3B618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71" name="矩形 470">
                <a:extLst>
                  <a:ext uri="{FF2B5EF4-FFF2-40B4-BE49-F238E27FC236}">
                    <a16:creationId xmlns:a16="http://schemas.microsoft.com/office/drawing/2014/main" id="{5C33B137-BC40-4479-7920-DF2EE443640B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72" name="矩形 471">
                <a:extLst>
                  <a:ext uri="{FF2B5EF4-FFF2-40B4-BE49-F238E27FC236}">
                    <a16:creationId xmlns:a16="http://schemas.microsoft.com/office/drawing/2014/main" id="{D77F11E2-AE82-27DA-47DF-7F104DA91D28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73" name="矩形 472">
                <a:extLst>
                  <a:ext uri="{FF2B5EF4-FFF2-40B4-BE49-F238E27FC236}">
                    <a16:creationId xmlns:a16="http://schemas.microsoft.com/office/drawing/2014/main" id="{3F2F7A9B-2C23-3220-8C37-4548DA19F46F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74" name="矩形 473">
                <a:extLst>
                  <a:ext uri="{FF2B5EF4-FFF2-40B4-BE49-F238E27FC236}">
                    <a16:creationId xmlns:a16="http://schemas.microsoft.com/office/drawing/2014/main" id="{2E656521-9225-8416-970A-3AAD1B549802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424" name="组合 423">
              <a:extLst>
                <a:ext uri="{FF2B5EF4-FFF2-40B4-BE49-F238E27FC236}">
                  <a16:creationId xmlns:a16="http://schemas.microsoft.com/office/drawing/2014/main" id="{882653B9-CC8A-CB86-A8A8-8406EA422C48}"/>
                </a:ext>
              </a:extLst>
            </p:cNvPr>
            <p:cNvGrpSpPr/>
            <p:nvPr/>
          </p:nvGrpSpPr>
          <p:grpSpPr>
            <a:xfrm>
              <a:off x="9555474" y="3971922"/>
              <a:ext cx="1284052" cy="108000"/>
              <a:chOff x="8870728" y="6350431"/>
              <a:chExt cx="1284052" cy="108000"/>
            </a:xfrm>
          </p:grpSpPr>
          <p:sp>
            <p:nvSpPr>
              <p:cNvPr id="451" name="矩形 450">
                <a:extLst>
                  <a:ext uri="{FF2B5EF4-FFF2-40B4-BE49-F238E27FC236}">
                    <a16:creationId xmlns:a16="http://schemas.microsoft.com/office/drawing/2014/main" id="{108C1715-C4E5-520A-9D90-07874834EF17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52" name="矩形 451">
                <a:extLst>
                  <a:ext uri="{FF2B5EF4-FFF2-40B4-BE49-F238E27FC236}">
                    <a16:creationId xmlns:a16="http://schemas.microsoft.com/office/drawing/2014/main" id="{A399D857-6536-CACA-49CE-22F97552FDA9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53" name="矩形 452">
                <a:extLst>
                  <a:ext uri="{FF2B5EF4-FFF2-40B4-BE49-F238E27FC236}">
                    <a16:creationId xmlns:a16="http://schemas.microsoft.com/office/drawing/2014/main" id="{C8468907-A41D-2D6F-552D-716D2782D1AF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54" name="矩形 453">
                <a:extLst>
                  <a:ext uri="{FF2B5EF4-FFF2-40B4-BE49-F238E27FC236}">
                    <a16:creationId xmlns:a16="http://schemas.microsoft.com/office/drawing/2014/main" id="{D0F73D66-F1C9-AAB2-3497-AC26117D7565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55" name="矩形 454">
                <a:extLst>
                  <a:ext uri="{FF2B5EF4-FFF2-40B4-BE49-F238E27FC236}">
                    <a16:creationId xmlns:a16="http://schemas.microsoft.com/office/drawing/2014/main" id="{15508EA4-F65E-58A5-6FB4-6A2538A16DBF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56" name="矩形 455">
                <a:extLst>
                  <a:ext uri="{FF2B5EF4-FFF2-40B4-BE49-F238E27FC236}">
                    <a16:creationId xmlns:a16="http://schemas.microsoft.com/office/drawing/2014/main" id="{57A57D02-BDC7-8D2D-4B02-AE36FEF7CB4A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57" name="矩形 456">
                <a:extLst>
                  <a:ext uri="{FF2B5EF4-FFF2-40B4-BE49-F238E27FC236}">
                    <a16:creationId xmlns:a16="http://schemas.microsoft.com/office/drawing/2014/main" id="{22429C5C-810D-393C-99A4-88C3350DCE2B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58" name="矩形 457">
                <a:extLst>
                  <a:ext uri="{FF2B5EF4-FFF2-40B4-BE49-F238E27FC236}">
                    <a16:creationId xmlns:a16="http://schemas.microsoft.com/office/drawing/2014/main" id="{3CDA2F1E-54C5-1729-D2E7-C879CB4639C2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59" name="矩形 458">
                <a:extLst>
                  <a:ext uri="{FF2B5EF4-FFF2-40B4-BE49-F238E27FC236}">
                    <a16:creationId xmlns:a16="http://schemas.microsoft.com/office/drawing/2014/main" id="{6BFABF78-5787-3509-9ADA-ED4F04443AF0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60" name="矩形 459">
                <a:extLst>
                  <a:ext uri="{FF2B5EF4-FFF2-40B4-BE49-F238E27FC236}">
                    <a16:creationId xmlns:a16="http://schemas.microsoft.com/office/drawing/2014/main" id="{3B0D07B3-7B8A-41BB-BDD6-2A4ED6E8B2DB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61" name="矩形 460">
                <a:extLst>
                  <a:ext uri="{FF2B5EF4-FFF2-40B4-BE49-F238E27FC236}">
                    <a16:creationId xmlns:a16="http://schemas.microsoft.com/office/drawing/2014/main" id="{07FFDA5D-E60D-4B3C-551B-40989E87F1B3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62" name="矩形 461">
                <a:extLst>
                  <a:ext uri="{FF2B5EF4-FFF2-40B4-BE49-F238E27FC236}">
                    <a16:creationId xmlns:a16="http://schemas.microsoft.com/office/drawing/2014/main" id="{63707761-970D-4975-4761-984258641890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425" name="组合 424">
              <a:extLst>
                <a:ext uri="{FF2B5EF4-FFF2-40B4-BE49-F238E27FC236}">
                  <a16:creationId xmlns:a16="http://schemas.microsoft.com/office/drawing/2014/main" id="{4A7AA3CF-4A4C-29B2-5E2B-64A06250F987}"/>
                </a:ext>
              </a:extLst>
            </p:cNvPr>
            <p:cNvGrpSpPr/>
            <p:nvPr/>
          </p:nvGrpSpPr>
          <p:grpSpPr>
            <a:xfrm>
              <a:off x="9555474" y="4077623"/>
              <a:ext cx="1284052" cy="108000"/>
              <a:chOff x="8870728" y="6350431"/>
              <a:chExt cx="1284052" cy="108000"/>
            </a:xfrm>
          </p:grpSpPr>
          <p:sp>
            <p:nvSpPr>
              <p:cNvPr id="439" name="矩形 438">
                <a:extLst>
                  <a:ext uri="{FF2B5EF4-FFF2-40B4-BE49-F238E27FC236}">
                    <a16:creationId xmlns:a16="http://schemas.microsoft.com/office/drawing/2014/main" id="{E60C3185-379D-E51A-49DB-5B4BCD689CDD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40" name="矩形 439">
                <a:extLst>
                  <a:ext uri="{FF2B5EF4-FFF2-40B4-BE49-F238E27FC236}">
                    <a16:creationId xmlns:a16="http://schemas.microsoft.com/office/drawing/2014/main" id="{0E3BB8CC-3784-045C-2F67-C1EE6CA9CEA5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41" name="矩形 440">
                <a:extLst>
                  <a:ext uri="{FF2B5EF4-FFF2-40B4-BE49-F238E27FC236}">
                    <a16:creationId xmlns:a16="http://schemas.microsoft.com/office/drawing/2014/main" id="{B4235B63-7293-2A16-16B6-B658A898E5B1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42" name="矩形 441">
                <a:extLst>
                  <a:ext uri="{FF2B5EF4-FFF2-40B4-BE49-F238E27FC236}">
                    <a16:creationId xmlns:a16="http://schemas.microsoft.com/office/drawing/2014/main" id="{F1905141-F021-6277-0060-0385E3C34BD1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43" name="矩形 442">
                <a:extLst>
                  <a:ext uri="{FF2B5EF4-FFF2-40B4-BE49-F238E27FC236}">
                    <a16:creationId xmlns:a16="http://schemas.microsoft.com/office/drawing/2014/main" id="{39BE1535-CFCB-1677-BFD6-E54280AED363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44" name="矩形 443">
                <a:extLst>
                  <a:ext uri="{FF2B5EF4-FFF2-40B4-BE49-F238E27FC236}">
                    <a16:creationId xmlns:a16="http://schemas.microsoft.com/office/drawing/2014/main" id="{8D497393-F3C4-4EC9-EB42-FAFF90F44FB3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45" name="矩形 444">
                <a:extLst>
                  <a:ext uri="{FF2B5EF4-FFF2-40B4-BE49-F238E27FC236}">
                    <a16:creationId xmlns:a16="http://schemas.microsoft.com/office/drawing/2014/main" id="{B8D3118D-2F6C-1432-FD62-D1B2EB1A8214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46" name="矩形 445">
                <a:extLst>
                  <a:ext uri="{FF2B5EF4-FFF2-40B4-BE49-F238E27FC236}">
                    <a16:creationId xmlns:a16="http://schemas.microsoft.com/office/drawing/2014/main" id="{5D236E78-C8A0-F22F-3F39-85B2BD8A8AD1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47" name="矩形 446">
                <a:extLst>
                  <a:ext uri="{FF2B5EF4-FFF2-40B4-BE49-F238E27FC236}">
                    <a16:creationId xmlns:a16="http://schemas.microsoft.com/office/drawing/2014/main" id="{D77F4BD3-93DF-32C4-F3A1-EB0635751A2D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48" name="矩形 447">
                <a:extLst>
                  <a:ext uri="{FF2B5EF4-FFF2-40B4-BE49-F238E27FC236}">
                    <a16:creationId xmlns:a16="http://schemas.microsoft.com/office/drawing/2014/main" id="{2A9AAEE6-B05F-5BC9-90FA-FA3C40A0B131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49" name="矩形 448">
                <a:extLst>
                  <a:ext uri="{FF2B5EF4-FFF2-40B4-BE49-F238E27FC236}">
                    <a16:creationId xmlns:a16="http://schemas.microsoft.com/office/drawing/2014/main" id="{1E6B5F12-CA2E-6A11-2C12-36A4372AD4DE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50" name="矩形 449">
                <a:extLst>
                  <a:ext uri="{FF2B5EF4-FFF2-40B4-BE49-F238E27FC236}">
                    <a16:creationId xmlns:a16="http://schemas.microsoft.com/office/drawing/2014/main" id="{546DB5F0-D4A3-D849-1600-56E380FAB750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426" name="组合 425">
              <a:extLst>
                <a:ext uri="{FF2B5EF4-FFF2-40B4-BE49-F238E27FC236}">
                  <a16:creationId xmlns:a16="http://schemas.microsoft.com/office/drawing/2014/main" id="{55C03300-8CB6-1F2B-DFFC-A7461DA9CFBA}"/>
                </a:ext>
              </a:extLst>
            </p:cNvPr>
            <p:cNvGrpSpPr/>
            <p:nvPr/>
          </p:nvGrpSpPr>
          <p:grpSpPr>
            <a:xfrm>
              <a:off x="9555474" y="4183324"/>
              <a:ext cx="1284052" cy="108000"/>
              <a:chOff x="8870728" y="6350431"/>
              <a:chExt cx="1284052" cy="108000"/>
            </a:xfrm>
          </p:grpSpPr>
          <p:sp>
            <p:nvSpPr>
              <p:cNvPr id="427" name="矩形 426">
                <a:extLst>
                  <a:ext uri="{FF2B5EF4-FFF2-40B4-BE49-F238E27FC236}">
                    <a16:creationId xmlns:a16="http://schemas.microsoft.com/office/drawing/2014/main" id="{4D7AB1BE-2592-33CE-F8A8-7020973554C4}"/>
                  </a:ext>
                </a:extLst>
              </p:cNvPr>
              <p:cNvSpPr/>
              <p:nvPr/>
            </p:nvSpPr>
            <p:spPr>
              <a:xfrm>
                <a:off x="887072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28" name="矩形 427">
                <a:extLst>
                  <a:ext uri="{FF2B5EF4-FFF2-40B4-BE49-F238E27FC236}">
                    <a16:creationId xmlns:a16="http://schemas.microsoft.com/office/drawing/2014/main" id="{40D97D89-8FA9-749D-5442-B4D308DAC0B5}"/>
                  </a:ext>
                </a:extLst>
              </p:cNvPr>
              <p:cNvSpPr/>
              <p:nvPr/>
            </p:nvSpPr>
            <p:spPr>
              <a:xfrm>
                <a:off x="9083878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29" name="矩形 428">
                <a:extLst>
                  <a:ext uri="{FF2B5EF4-FFF2-40B4-BE49-F238E27FC236}">
                    <a16:creationId xmlns:a16="http://schemas.microsoft.com/office/drawing/2014/main" id="{F8679130-E470-17A2-4410-8F6723D97E0F}"/>
                  </a:ext>
                </a:extLst>
              </p:cNvPr>
              <p:cNvSpPr/>
              <p:nvPr/>
            </p:nvSpPr>
            <p:spPr>
              <a:xfrm>
                <a:off x="9192211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30" name="矩形 429">
                <a:extLst>
                  <a:ext uri="{FF2B5EF4-FFF2-40B4-BE49-F238E27FC236}">
                    <a16:creationId xmlns:a16="http://schemas.microsoft.com/office/drawing/2014/main" id="{96018D8C-C3D3-B6B5-9C8C-21056B560DAB}"/>
                  </a:ext>
                </a:extLst>
              </p:cNvPr>
              <p:cNvSpPr/>
              <p:nvPr/>
            </p:nvSpPr>
            <p:spPr>
              <a:xfrm>
                <a:off x="9299457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31" name="矩形 430">
                <a:extLst>
                  <a:ext uri="{FF2B5EF4-FFF2-40B4-BE49-F238E27FC236}">
                    <a16:creationId xmlns:a16="http://schemas.microsoft.com/office/drawing/2014/main" id="{AC57BE27-EBCE-1177-E034-A176AC1A55A2}"/>
                  </a:ext>
                </a:extLst>
              </p:cNvPr>
              <p:cNvSpPr/>
              <p:nvPr/>
            </p:nvSpPr>
            <p:spPr>
              <a:xfrm>
                <a:off x="9405519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32" name="矩形 431">
                <a:extLst>
                  <a:ext uri="{FF2B5EF4-FFF2-40B4-BE49-F238E27FC236}">
                    <a16:creationId xmlns:a16="http://schemas.microsoft.com/office/drawing/2014/main" id="{5568AEDA-FE33-E2F4-8206-6A02C178ED35}"/>
                  </a:ext>
                </a:extLst>
              </p:cNvPr>
              <p:cNvSpPr/>
              <p:nvPr/>
            </p:nvSpPr>
            <p:spPr>
              <a:xfrm>
                <a:off x="9512765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33" name="矩形 432">
                <a:extLst>
                  <a:ext uri="{FF2B5EF4-FFF2-40B4-BE49-F238E27FC236}">
                    <a16:creationId xmlns:a16="http://schemas.microsoft.com/office/drawing/2014/main" id="{CB108052-F3AF-7B2C-F0B3-9E5099ED44D9}"/>
                  </a:ext>
                </a:extLst>
              </p:cNvPr>
              <p:cNvSpPr/>
              <p:nvPr/>
            </p:nvSpPr>
            <p:spPr>
              <a:xfrm>
                <a:off x="961680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34" name="矩形 433">
                <a:extLst>
                  <a:ext uri="{FF2B5EF4-FFF2-40B4-BE49-F238E27FC236}">
                    <a16:creationId xmlns:a16="http://schemas.microsoft.com/office/drawing/2014/main" id="{EF64ABB2-8A53-B06B-BB09-CDA13A031758}"/>
                  </a:ext>
                </a:extLst>
              </p:cNvPr>
              <p:cNvSpPr/>
              <p:nvPr/>
            </p:nvSpPr>
            <p:spPr>
              <a:xfrm>
                <a:off x="8975036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35" name="矩形 434">
                <a:extLst>
                  <a:ext uri="{FF2B5EF4-FFF2-40B4-BE49-F238E27FC236}">
                    <a16:creationId xmlns:a16="http://schemas.microsoft.com/office/drawing/2014/main" id="{82E2AD9F-A9CB-B7E8-C43E-94D7894F4031}"/>
                  </a:ext>
                </a:extLst>
              </p:cNvPr>
              <p:cNvSpPr/>
              <p:nvPr/>
            </p:nvSpPr>
            <p:spPr>
              <a:xfrm>
                <a:off x="9830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36" name="矩形 435">
                <a:extLst>
                  <a:ext uri="{FF2B5EF4-FFF2-40B4-BE49-F238E27FC236}">
                    <a16:creationId xmlns:a16="http://schemas.microsoft.com/office/drawing/2014/main" id="{00DDA6A5-C968-1513-832C-1E9DBB7EC27F}"/>
                  </a:ext>
                </a:extLst>
              </p:cNvPr>
              <p:cNvSpPr/>
              <p:nvPr/>
            </p:nvSpPr>
            <p:spPr>
              <a:xfrm>
                <a:off x="9938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37" name="矩形 436">
                <a:extLst>
                  <a:ext uri="{FF2B5EF4-FFF2-40B4-BE49-F238E27FC236}">
                    <a16:creationId xmlns:a16="http://schemas.microsoft.com/office/drawing/2014/main" id="{77EE5CD0-71BB-B65F-9156-8B2953F9F280}"/>
                  </a:ext>
                </a:extLst>
              </p:cNvPr>
              <p:cNvSpPr/>
              <p:nvPr/>
            </p:nvSpPr>
            <p:spPr>
              <a:xfrm>
                <a:off x="10046780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38" name="矩形 437">
                <a:extLst>
                  <a:ext uri="{FF2B5EF4-FFF2-40B4-BE49-F238E27FC236}">
                    <a16:creationId xmlns:a16="http://schemas.microsoft.com/office/drawing/2014/main" id="{06B09349-617D-E59F-6F48-EADF0C926C23}"/>
                  </a:ext>
                </a:extLst>
              </p:cNvPr>
              <p:cNvSpPr/>
              <p:nvPr/>
            </p:nvSpPr>
            <p:spPr>
              <a:xfrm>
                <a:off x="9722114" y="6350431"/>
                <a:ext cx="108000" cy="108000"/>
              </a:xfrm>
              <a:prstGeom prst="rect">
                <a:avLst/>
              </a:prstGeom>
              <a:solidFill>
                <a:srgbClr val="FBDFCD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499" name="文本框 498">
            <a:extLst>
              <a:ext uri="{FF2B5EF4-FFF2-40B4-BE49-F238E27FC236}">
                <a16:creationId xmlns:a16="http://schemas.microsoft.com/office/drawing/2014/main" id="{C7F0FE94-5E9C-FE86-7E7C-3BC7D04B9D92}"/>
              </a:ext>
            </a:extLst>
          </p:cNvPr>
          <p:cNvSpPr txBox="1"/>
          <p:nvPr/>
        </p:nvSpPr>
        <p:spPr>
          <a:xfrm>
            <a:off x="8707186" y="4130667"/>
            <a:ext cx="13231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Item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Codebook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0" name="文本框 499">
            <a:extLst>
              <a:ext uri="{FF2B5EF4-FFF2-40B4-BE49-F238E27FC236}">
                <a16:creationId xmlns:a16="http://schemas.microsoft.com/office/drawing/2014/main" id="{D7D37EBD-B167-ABD1-7ACF-1F1E3F9ECE7C}"/>
              </a:ext>
            </a:extLst>
          </p:cNvPr>
          <p:cNvSpPr txBox="1"/>
          <p:nvPr/>
        </p:nvSpPr>
        <p:spPr>
          <a:xfrm>
            <a:off x="10011686" y="4140474"/>
            <a:ext cx="1389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Cross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Codebook</a:t>
            </a:r>
            <a:endParaRPr kumimoji="1"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01" name="直线箭头连接符 500">
            <a:extLst>
              <a:ext uri="{FF2B5EF4-FFF2-40B4-BE49-F238E27FC236}">
                <a16:creationId xmlns:a16="http://schemas.microsoft.com/office/drawing/2014/main" id="{003AF562-0F2D-087C-7E33-3F34EA4A1399}"/>
              </a:ext>
            </a:extLst>
          </p:cNvPr>
          <p:cNvCxnSpPr>
            <a:stCxn id="259" idx="0"/>
            <a:endCxn id="260" idx="2"/>
          </p:cNvCxnSpPr>
          <p:nvPr/>
        </p:nvCxnSpPr>
        <p:spPr>
          <a:xfrm flipV="1">
            <a:off x="9312701" y="5630456"/>
            <a:ext cx="4413" cy="322299"/>
          </a:xfrm>
          <a:prstGeom prst="straightConnector1">
            <a:avLst/>
          </a:prstGeom>
          <a:ln w="19050"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2" name="直线箭头连接符 501">
            <a:extLst>
              <a:ext uri="{FF2B5EF4-FFF2-40B4-BE49-F238E27FC236}">
                <a16:creationId xmlns:a16="http://schemas.microsoft.com/office/drawing/2014/main" id="{53FF9BD7-CBDD-C2AF-009B-50A61A344542}"/>
              </a:ext>
            </a:extLst>
          </p:cNvPr>
          <p:cNvCxnSpPr/>
          <p:nvPr/>
        </p:nvCxnSpPr>
        <p:spPr>
          <a:xfrm flipV="1">
            <a:off x="9322839" y="4329296"/>
            <a:ext cx="4413" cy="360000"/>
          </a:xfrm>
          <a:prstGeom prst="straightConnector1">
            <a:avLst/>
          </a:prstGeom>
          <a:ln w="19050"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3" name="直线箭头连接符 502">
            <a:extLst>
              <a:ext uri="{FF2B5EF4-FFF2-40B4-BE49-F238E27FC236}">
                <a16:creationId xmlns:a16="http://schemas.microsoft.com/office/drawing/2014/main" id="{24341F59-8F7B-B0FB-D858-68C1305F5AA2}"/>
              </a:ext>
            </a:extLst>
          </p:cNvPr>
          <p:cNvCxnSpPr>
            <a:cxnSpLocks/>
            <a:stCxn id="505" idx="0"/>
          </p:cNvCxnSpPr>
          <p:nvPr/>
        </p:nvCxnSpPr>
        <p:spPr>
          <a:xfrm flipH="1" flipV="1">
            <a:off x="7173284" y="2953797"/>
            <a:ext cx="2140317" cy="395112"/>
          </a:xfrm>
          <a:prstGeom prst="straightConnector1">
            <a:avLst/>
          </a:prstGeom>
          <a:ln w="19050"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4" name="直线箭头连接符 503">
            <a:extLst>
              <a:ext uri="{FF2B5EF4-FFF2-40B4-BE49-F238E27FC236}">
                <a16:creationId xmlns:a16="http://schemas.microsoft.com/office/drawing/2014/main" id="{65A0ACF1-ECC3-E2AF-558D-00490DD1C49D}"/>
              </a:ext>
            </a:extLst>
          </p:cNvPr>
          <p:cNvCxnSpPr>
            <a:cxnSpLocks/>
            <a:endCxn id="509" idx="2"/>
          </p:cNvCxnSpPr>
          <p:nvPr/>
        </p:nvCxnSpPr>
        <p:spPr>
          <a:xfrm flipV="1">
            <a:off x="9297467" y="2954065"/>
            <a:ext cx="1909975" cy="383827"/>
          </a:xfrm>
          <a:prstGeom prst="straightConnector1">
            <a:avLst/>
          </a:prstGeom>
          <a:ln w="19050"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5" name="矩形 504">
            <a:extLst>
              <a:ext uri="{FF2B5EF4-FFF2-40B4-BE49-F238E27FC236}">
                <a16:creationId xmlns:a16="http://schemas.microsoft.com/office/drawing/2014/main" id="{40BAE36C-6868-CE5F-10B5-C3142B1CE054}"/>
              </a:ext>
            </a:extLst>
          </p:cNvPr>
          <p:cNvSpPr/>
          <p:nvPr/>
        </p:nvSpPr>
        <p:spPr>
          <a:xfrm>
            <a:off x="7225968" y="3348909"/>
            <a:ext cx="4175266" cy="79446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6" name="梯形 505">
            <a:extLst>
              <a:ext uri="{FF2B5EF4-FFF2-40B4-BE49-F238E27FC236}">
                <a16:creationId xmlns:a16="http://schemas.microsoft.com/office/drawing/2014/main" id="{35899D89-CC31-FDA7-60E3-A321F9F590D8}"/>
              </a:ext>
            </a:extLst>
          </p:cNvPr>
          <p:cNvSpPr/>
          <p:nvPr/>
        </p:nvSpPr>
        <p:spPr>
          <a:xfrm>
            <a:off x="6612210" y="2358723"/>
            <a:ext cx="1206516" cy="589576"/>
          </a:xfrm>
          <a:prstGeom prst="trapezoid">
            <a:avLst/>
          </a:prstGeom>
          <a:solidFill>
            <a:srgbClr val="EEAA97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charset="0"/>
                <a:ea typeface="微软雅黑" charset="0"/>
                <a:cs typeface="微软雅黑" charset="0"/>
              </a:rPr>
              <a:t>Reward</a:t>
            </a:r>
            <a:r>
              <a:rPr lang="zh-CN" altLang="en-US" sz="1400" b="1" dirty="0">
                <a:latin typeface="微软雅黑" charset="0"/>
                <a:ea typeface="微软雅黑" charset="0"/>
                <a:cs typeface="微软雅黑" charset="0"/>
              </a:rPr>
              <a:t> </a:t>
            </a:r>
            <a:endParaRPr lang="en-US" altLang="zh-CN" sz="1400" b="1" dirty="0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1400" b="1" dirty="0">
                <a:latin typeface="微软雅黑" charset="0"/>
                <a:ea typeface="微软雅黑" charset="0"/>
                <a:cs typeface="微软雅黑" charset="0"/>
              </a:rPr>
              <a:t>SL</a:t>
            </a:r>
            <a:r>
              <a:rPr lang="zh-CN" altLang="en-US" sz="1400" b="1" dirty="0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1400" b="1" dirty="0">
                <a:latin typeface="微软雅黑" charset="0"/>
                <a:ea typeface="微软雅黑" charset="0"/>
                <a:cs typeface="微软雅黑" charset="0"/>
              </a:rPr>
              <a:t>Tower</a:t>
            </a:r>
          </a:p>
        </p:txBody>
      </p:sp>
      <p:sp>
        <p:nvSpPr>
          <p:cNvPr id="507" name="梯形 506">
            <a:extLst>
              <a:ext uri="{FF2B5EF4-FFF2-40B4-BE49-F238E27FC236}">
                <a16:creationId xmlns:a16="http://schemas.microsoft.com/office/drawing/2014/main" id="{691B2763-6788-9040-428A-BBB6AAC95FC7}"/>
              </a:ext>
            </a:extLst>
          </p:cNvPr>
          <p:cNvSpPr/>
          <p:nvPr/>
        </p:nvSpPr>
        <p:spPr>
          <a:xfrm>
            <a:off x="7879425" y="2356740"/>
            <a:ext cx="1272610" cy="589576"/>
          </a:xfrm>
          <a:prstGeom prst="trapezoi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charset="0"/>
                <a:ea typeface="微软雅黑" charset="0"/>
                <a:cs typeface="微软雅黑" charset="0"/>
              </a:rPr>
              <a:t>Transition</a:t>
            </a:r>
            <a:r>
              <a:rPr lang="zh-CN" altLang="en-US" sz="1400" b="1" dirty="0">
                <a:latin typeface="微软雅黑" charset="0"/>
                <a:ea typeface="微软雅黑" charset="0"/>
                <a:cs typeface="微软雅黑" charset="0"/>
              </a:rPr>
              <a:t> </a:t>
            </a:r>
            <a:endParaRPr lang="en-US" altLang="zh-CN" sz="1400" b="1" dirty="0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1400" b="1" dirty="0">
                <a:latin typeface="微软雅黑" charset="0"/>
                <a:ea typeface="微软雅黑" charset="0"/>
                <a:cs typeface="微软雅黑" charset="0"/>
              </a:rPr>
              <a:t>Tower</a:t>
            </a:r>
          </a:p>
        </p:txBody>
      </p:sp>
      <p:sp>
        <p:nvSpPr>
          <p:cNvPr id="508" name="梯形 507">
            <a:extLst>
              <a:ext uri="{FF2B5EF4-FFF2-40B4-BE49-F238E27FC236}">
                <a16:creationId xmlns:a16="http://schemas.microsoft.com/office/drawing/2014/main" id="{DE55E7E1-7C09-7C99-994B-11D8063BC912}"/>
              </a:ext>
            </a:extLst>
          </p:cNvPr>
          <p:cNvSpPr/>
          <p:nvPr/>
        </p:nvSpPr>
        <p:spPr>
          <a:xfrm>
            <a:off x="9232557" y="2353693"/>
            <a:ext cx="1272610" cy="589576"/>
          </a:xfrm>
          <a:prstGeom prst="trapezoid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charset="0"/>
                <a:ea typeface="微软雅黑" charset="0"/>
                <a:cs typeface="微软雅黑" charset="0"/>
              </a:rPr>
              <a:t>Actor</a:t>
            </a:r>
            <a:r>
              <a:rPr lang="zh-CN" altLang="en-US" sz="1400" b="1" dirty="0">
                <a:latin typeface="微软雅黑" charset="0"/>
                <a:ea typeface="微软雅黑" charset="0"/>
                <a:cs typeface="微软雅黑" charset="0"/>
              </a:rPr>
              <a:t> </a:t>
            </a:r>
            <a:endParaRPr lang="en-US" altLang="zh-CN" sz="1400" b="1" dirty="0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1400" b="1" dirty="0">
                <a:latin typeface="微软雅黑" charset="0"/>
                <a:ea typeface="微软雅黑" charset="0"/>
                <a:cs typeface="微软雅黑" charset="0"/>
              </a:rPr>
              <a:t>Tower</a:t>
            </a:r>
          </a:p>
        </p:txBody>
      </p:sp>
      <p:sp>
        <p:nvSpPr>
          <p:cNvPr id="509" name="梯形 508">
            <a:extLst>
              <a:ext uri="{FF2B5EF4-FFF2-40B4-BE49-F238E27FC236}">
                <a16:creationId xmlns:a16="http://schemas.microsoft.com/office/drawing/2014/main" id="{44941029-5426-756E-485C-B03712142D1A}"/>
              </a:ext>
            </a:extLst>
          </p:cNvPr>
          <p:cNvSpPr/>
          <p:nvPr/>
        </p:nvSpPr>
        <p:spPr>
          <a:xfrm>
            <a:off x="10571137" y="2364489"/>
            <a:ext cx="1272610" cy="589576"/>
          </a:xfrm>
          <a:prstGeom prst="trapezoid">
            <a:avLst/>
          </a:prstGeom>
          <a:solidFill>
            <a:srgbClr val="E6BE55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微软雅黑" charset="0"/>
                <a:ea typeface="微软雅黑" charset="0"/>
                <a:cs typeface="微软雅黑" charset="0"/>
              </a:rPr>
              <a:t>Critic</a:t>
            </a:r>
            <a:r>
              <a:rPr lang="zh-CN" altLang="en-US" sz="1400" b="1" dirty="0">
                <a:latin typeface="微软雅黑" charset="0"/>
                <a:ea typeface="微软雅黑" charset="0"/>
                <a:cs typeface="微软雅黑" charset="0"/>
              </a:rPr>
              <a:t> </a:t>
            </a:r>
            <a:endParaRPr lang="en-US" altLang="zh-CN" sz="1400" b="1" dirty="0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1400" b="1" dirty="0">
                <a:latin typeface="微软雅黑" charset="0"/>
                <a:ea typeface="微软雅黑" charset="0"/>
                <a:cs typeface="微软雅黑" charset="0"/>
              </a:rPr>
              <a:t>Tower</a:t>
            </a:r>
          </a:p>
        </p:txBody>
      </p:sp>
      <p:cxnSp>
        <p:nvCxnSpPr>
          <p:cNvPr id="510" name="直线箭头连接符 509">
            <a:extLst>
              <a:ext uri="{FF2B5EF4-FFF2-40B4-BE49-F238E27FC236}">
                <a16:creationId xmlns:a16="http://schemas.microsoft.com/office/drawing/2014/main" id="{5E42717D-A52B-1C3F-5F6E-0799863AA77A}"/>
              </a:ext>
            </a:extLst>
          </p:cNvPr>
          <p:cNvCxnSpPr>
            <a:cxnSpLocks/>
            <a:stCxn id="505" idx="0"/>
            <a:endCxn id="507" idx="2"/>
          </p:cNvCxnSpPr>
          <p:nvPr/>
        </p:nvCxnSpPr>
        <p:spPr>
          <a:xfrm flipH="1" flipV="1">
            <a:off x="8515730" y="2946316"/>
            <a:ext cx="797871" cy="402593"/>
          </a:xfrm>
          <a:prstGeom prst="straightConnector1">
            <a:avLst/>
          </a:prstGeom>
          <a:ln w="19050"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1" name="直线箭头连接符 510">
            <a:extLst>
              <a:ext uri="{FF2B5EF4-FFF2-40B4-BE49-F238E27FC236}">
                <a16:creationId xmlns:a16="http://schemas.microsoft.com/office/drawing/2014/main" id="{F9CA2EE8-713E-AD9D-53AD-8553959561DC}"/>
              </a:ext>
            </a:extLst>
          </p:cNvPr>
          <p:cNvCxnSpPr>
            <a:cxnSpLocks/>
            <a:stCxn id="505" idx="0"/>
            <a:endCxn id="508" idx="2"/>
          </p:cNvCxnSpPr>
          <p:nvPr/>
        </p:nvCxnSpPr>
        <p:spPr>
          <a:xfrm flipV="1">
            <a:off x="9313601" y="2943269"/>
            <a:ext cx="555261" cy="405640"/>
          </a:xfrm>
          <a:prstGeom prst="straightConnector1">
            <a:avLst/>
          </a:prstGeom>
          <a:ln w="19050"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2" name="乘号 24">
            <a:extLst>
              <a:ext uri="{FF2B5EF4-FFF2-40B4-BE49-F238E27FC236}">
                <a16:creationId xmlns:a16="http://schemas.microsoft.com/office/drawing/2014/main" id="{C33958A5-FC21-7D75-72C6-36411DB72889}"/>
              </a:ext>
            </a:extLst>
          </p:cNvPr>
          <p:cNvSpPr/>
          <p:nvPr/>
        </p:nvSpPr>
        <p:spPr>
          <a:xfrm>
            <a:off x="9498639" y="3016438"/>
            <a:ext cx="196215" cy="196215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3" name="乘号 24">
            <a:extLst>
              <a:ext uri="{FF2B5EF4-FFF2-40B4-BE49-F238E27FC236}">
                <a16:creationId xmlns:a16="http://schemas.microsoft.com/office/drawing/2014/main" id="{C21C74CB-A322-33C3-A121-FE0144E836BC}"/>
              </a:ext>
            </a:extLst>
          </p:cNvPr>
          <p:cNvSpPr/>
          <p:nvPr/>
        </p:nvSpPr>
        <p:spPr>
          <a:xfrm>
            <a:off x="10308952" y="3027735"/>
            <a:ext cx="196215" cy="196215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4" name="文本框 513">
            <a:extLst>
              <a:ext uri="{FF2B5EF4-FFF2-40B4-BE49-F238E27FC236}">
                <a16:creationId xmlns:a16="http://schemas.microsoft.com/office/drawing/2014/main" id="{F666DD31-A692-2BE0-E3D3-469B0B607AD0}"/>
              </a:ext>
            </a:extLst>
          </p:cNvPr>
          <p:cNvSpPr txBox="1"/>
          <p:nvPr/>
        </p:nvSpPr>
        <p:spPr>
          <a:xfrm>
            <a:off x="10571137" y="3020818"/>
            <a:ext cx="117221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stop gradient</a:t>
            </a:r>
          </a:p>
        </p:txBody>
      </p:sp>
    </p:spTree>
    <p:extLst>
      <p:ext uri="{BB962C8B-B14F-4D97-AF65-F5344CB8AC3E}">
        <p14:creationId xmlns:p14="http://schemas.microsoft.com/office/powerpoint/2010/main" val="2148760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FF325BA-81A3-A1BA-0792-39FA7123A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600" y="211396"/>
            <a:ext cx="10515600" cy="460923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latin typeface="微软雅黑" charset="0"/>
                <a:ea typeface="微软雅黑" charset="0"/>
                <a:cs typeface="微软雅黑" charset="0"/>
              </a:rPr>
              <a:t>直播竞价模型迭代</a:t>
            </a:r>
            <a:r>
              <a:rPr kumimoji="1" lang="zh-CN" altLang="en-US" dirty="0"/>
              <a:t>：解决方案</a:t>
            </a:r>
            <a:r>
              <a:rPr kumimoji="1"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强化学习长序列建模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模型网络结构</a:t>
            </a:r>
            <a:endParaRPr kumimoji="1" lang="zh-CN" altLang="en-US" dirty="0"/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AA5F8DCA-3E8C-7558-2819-76D107AC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534" y="6472985"/>
            <a:ext cx="367200" cy="233636"/>
          </a:xfrm>
        </p:spPr>
        <p:txBody>
          <a:bodyPr/>
          <a:lstStyle/>
          <a:p>
            <a:fld id="{A9989E34-5C85-460A-87BE-133DFFEFD418}" type="slidenum">
              <a:rPr lang="zh-CN" altLang="en-US" smtClean="0"/>
              <a:t>2</a:t>
            </a:fld>
            <a:endParaRPr lang="zh-CN" altLang="en-US" sz="1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CC1C4D6-7BA6-B38B-C57E-C212A2C85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391" y="1381847"/>
            <a:ext cx="9027216" cy="49239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1205DEE-2F83-4BBE-FEC9-672DDFD44B3B}"/>
              </a:ext>
            </a:extLst>
          </p:cNvPr>
          <p:cNvSpPr txBox="1"/>
          <p:nvPr/>
        </p:nvSpPr>
        <p:spPr>
          <a:xfrm>
            <a:off x="1465309" y="897863"/>
            <a:ext cx="9261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Decision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Transformer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是一种借助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Return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State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Action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序列来进行长序列决策建模的离线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RL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70CE44-A374-DDB3-0006-9AE3DD7DE3F5}"/>
              </a:ext>
            </a:extLst>
          </p:cNvPr>
          <p:cNvSpPr/>
          <p:nvPr/>
        </p:nvSpPr>
        <p:spPr>
          <a:xfrm>
            <a:off x="1582391" y="1323505"/>
            <a:ext cx="6059380" cy="510593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B521A5-278A-1483-C939-7D9FD3A06B7F}"/>
              </a:ext>
            </a:extLst>
          </p:cNvPr>
          <p:cNvSpPr txBox="1"/>
          <p:nvPr/>
        </p:nvSpPr>
        <p:spPr>
          <a:xfrm>
            <a:off x="211985" y="3298631"/>
            <a:ext cx="128920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Decision</a:t>
            </a:r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kumimoji="1" lang="en-US" altLang="zh-CN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Transformer</a:t>
            </a:r>
          </a:p>
          <a:p>
            <a:pPr algn="ctr"/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框架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36A9D8-9A35-E6B8-1EA5-7C3DC8389DF2}"/>
              </a:ext>
            </a:extLst>
          </p:cNvPr>
          <p:cNvSpPr txBox="1"/>
          <p:nvPr/>
        </p:nvSpPr>
        <p:spPr>
          <a:xfrm>
            <a:off x="10647045" y="340547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对比学习</a:t>
            </a:r>
            <a:endParaRPr kumimoji="1" lang="en-US" altLang="zh-CN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状态压缩模块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4F76326-0012-23CD-77E1-471BFCE87101}"/>
              </a:ext>
            </a:extLst>
          </p:cNvPr>
          <p:cNvSpPr txBox="1"/>
          <p:nvPr/>
        </p:nvSpPr>
        <p:spPr>
          <a:xfrm>
            <a:off x="10577225" y="1828434"/>
            <a:ext cx="14414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reward</a:t>
            </a:r>
          </a:p>
          <a:p>
            <a:pPr algn="ctr"/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预估和状态转移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对比学习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优化底层表征</a:t>
            </a:r>
          </a:p>
        </p:txBody>
      </p:sp>
    </p:spTree>
    <p:extLst>
      <p:ext uri="{BB962C8B-B14F-4D97-AF65-F5344CB8AC3E}">
        <p14:creationId xmlns:p14="http://schemas.microsoft.com/office/powerpoint/2010/main" val="3409376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</Words>
  <Application>Microsoft Macintosh PowerPoint</Application>
  <PresentationFormat>宽屏</PresentationFormat>
  <Paragraphs>34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直播竞价模型迭代：解决方案-强化学习长序列建模-模型网络结构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同学 高</dc:creator>
  <cp:lastModifiedBy>同学 高</cp:lastModifiedBy>
  <cp:revision>1</cp:revision>
  <dcterms:created xsi:type="dcterms:W3CDTF">2026-01-29T07:56:39Z</dcterms:created>
  <dcterms:modified xsi:type="dcterms:W3CDTF">2026-01-29T07:57:40Z</dcterms:modified>
</cp:coreProperties>
</file>